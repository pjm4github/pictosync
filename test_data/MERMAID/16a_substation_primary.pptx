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8012953" cy="162496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tosync_bg_xxe5m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3" y="381000"/>
            <a:ext cx="47625000" cy="15868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6913" y="12816459"/>
            <a:ext cx="47190564" cy="1135856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⇨ to diagram 16b (SEC appliance)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539" y="7078122"/>
            <a:ext cx="8048244" cy="5531834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🏢 Station level (control house)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68195" y="10102215"/>
            <a:ext cx="5075777" cy="649033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Bay level (protection + control IEDs)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435703" y="7078122"/>
            <a:ext cx="5094732" cy="4779454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🔀 Process level (MUs + PIUs)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73224" y="808767"/>
            <a:ext cx="17578006" cy="1607915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Asset-condition + physical-security sensors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20413" y="808767"/>
            <a:ext cx="7105269" cy="7198709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⚡ Switchyard (outdoor)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20767" y="912018"/>
            <a:ext cx="7460361" cy="1401413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Physical security + perimeter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28575" y="912018"/>
            <a:ext cx="9675114" cy="649033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Asset-condition (PHY · APP)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8333" y="4850701"/>
            <a:ext cx="2574131" cy="3053524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MV side · 69 kV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67955" y="912018"/>
            <a:ext cx="6689883" cy="3555111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HV side · 230 kV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96229" y="1369314"/>
            <a:ext cx="0" cy="368808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4062340" y="2210181"/>
            <a:ext cx="201645" cy="383571"/>
          </a:xfrm>
          <a:custGeom>
            <a:avLst/>
            <a:gdLst/>
            <a:ahLst/>
            <a:cxnLst/>
            <a:rect l="l" t="t" r="r" b="b"/>
            <a:pathLst>
              <a:path w="201645" h="383571">
                <a:moveTo>
                  <a:pt x="201645" y="0"/>
                </a:moveTo>
                <a:lnTo>
                  <a:pt x="0" y="103257"/>
                </a:lnTo>
                <a:lnTo>
                  <a:pt x="0" y="206553"/>
                </a:lnTo>
                <a:lnTo>
                  <a:pt x="0" y="309810"/>
                </a:lnTo>
                <a:lnTo>
                  <a:pt x="0" y="38357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3738967" y="3065716"/>
            <a:ext cx="1906809" cy="369094"/>
          </a:xfrm>
          <a:custGeom>
            <a:avLst/>
            <a:gdLst/>
            <a:ahLst/>
            <a:cxnLst/>
            <a:rect l="l" t="t" r="r" b="b"/>
            <a:pathLst>
              <a:path w="1906809" h="369094">
                <a:moveTo>
                  <a:pt x="102967" y="0"/>
                </a:moveTo>
                <a:lnTo>
                  <a:pt x="0" y="103272"/>
                </a:lnTo>
                <a:lnTo>
                  <a:pt x="1906809" y="36909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67328" y="3714845"/>
            <a:ext cx="1823085" cy="324898"/>
          </a:xfrm>
          <a:custGeom>
            <a:avLst/>
            <a:gdLst/>
            <a:ahLst/>
            <a:cxnLst/>
            <a:rect l="l" t="t" r="r" b="b"/>
            <a:pathLst>
              <a:path w="1823085" h="324898">
                <a:moveTo>
                  <a:pt x="63625" y="0"/>
                </a:moveTo>
                <a:lnTo>
                  <a:pt x="0" y="103252"/>
                </a:lnTo>
                <a:lnTo>
                  <a:pt x="1823085" y="32489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7606688" y="5396483"/>
            <a:ext cx="126397" cy="176975"/>
          </a:xfrm>
          <a:custGeom>
            <a:avLst/>
            <a:gdLst/>
            <a:ahLst/>
            <a:cxnLst/>
            <a:rect l="l" t="t" r="r" b="b"/>
            <a:pathLst>
              <a:path w="126397" h="176975">
                <a:moveTo>
                  <a:pt x="126397" y="0"/>
                </a:moveTo>
                <a:lnTo>
                  <a:pt x="0" y="103230"/>
                </a:lnTo>
                <a:lnTo>
                  <a:pt x="0" y="176975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7606688" y="6045517"/>
            <a:ext cx="0" cy="17707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7181397" y="6694646"/>
            <a:ext cx="197453" cy="634270"/>
          </a:xfrm>
          <a:custGeom>
            <a:avLst/>
            <a:gdLst/>
            <a:ahLst/>
            <a:cxnLst/>
            <a:rect l="l" t="t" r="r" b="b"/>
            <a:pathLst>
              <a:path w="197453" h="634270">
                <a:moveTo>
                  <a:pt x="197453" y="0"/>
                </a:moveTo>
                <a:lnTo>
                  <a:pt x="0" y="191739"/>
                </a:lnTo>
                <a:lnTo>
                  <a:pt x="0" y="383543"/>
                </a:lnTo>
                <a:lnTo>
                  <a:pt x="0" y="63427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8003881" y="4363878"/>
            <a:ext cx="169449" cy="560547"/>
          </a:xfrm>
          <a:custGeom>
            <a:avLst/>
            <a:gdLst/>
            <a:ahLst/>
            <a:cxnLst/>
            <a:rect l="l" t="t" r="r" b="b"/>
            <a:pathLst>
              <a:path w="169449" h="560547">
                <a:moveTo>
                  <a:pt x="169449" y="0"/>
                </a:moveTo>
                <a:lnTo>
                  <a:pt x="0" y="103253"/>
                </a:lnTo>
                <a:lnTo>
                  <a:pt x="0" y="295016"/>
                </a:lnTo>
                <a:lnTo>
                  <a:pt x="0" y="486779"/>
                </a:lnTo>
                <a:lnTo>
                  <a:pt x="0" y="56054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69458" y="4640713"/>
            <a:ext cx="66884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secondary</a:t>
            </a:r>
          </a:p>
        </p:txBody>
      </p:sp>
      <p:sp>
        <p:nvSpPr>
          <p:cNvPr id="22" name="Freeform 21"/>
          <p:cNvSpPr/>
          <p:nvPr/>
        </p:nvSpPr>
        <p:spPr>
          <a:xfrm>
            <a:off x="35567493" y="1457896"/>
            <a:ext cx="128206" cy="280321"/>
          </a:xfrm>
          <a:custGeom>
            <a:avLst/>
            <a:gdLst/>
            <a:ahLst/>
            <a:cxnLst/>
            <a:rect l="l" t="t" r="r" b="b"/>
            <a:pathLst>
              <a:path w="128206" h="280321">
                <a:moveTo>
                  <a:pt x="128206" y="0"/>
                </a:moveTo>
                <a:lnTo>
                  <a:pt x="0" y="103270"/>
                </a:lnTo>
                <a:lnTo>
                  <a:pt x="0" y="206540"/>
                </a:lnTo>
                <a:lnTo>
                  <a:pt x="0" y="28032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246625" y="1457896"/>
            <a:ext cx="634365" cy="335852"/>
          </a:xfrm>
          <a:custGeom>
            <a:avLst/>
            <a:gdLst/>
            <a:ahLst/>
            <a:cxnLst/>
            <a:rect l="l" t="t" r="r" b="b"/>
            <a:pathLst>
              <a:path w="634365" h="335852">
                <a:moveTo>
                  <a:pt x="634365" y="0"/>
                </a:moveTo>
                <a:lnTo>
                  <a:pt x="450145" y="103241"/>
                </a:lnTo>
                <a:lnTo>
                  <a:pt x="450145" y="206515"/>
                </a:lnTo>
                <a:lnTo>
                  <a:pt x="0" y="33585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5520142" y="1457896"/>
            <a:ext cx="13017341" cy="2593753"/>
          </a:xfrm>
          <a:custGeom>
            <a:avLst/>
            <a:gdLst/>
            <a:ahLst/>
            <a:cxnLst/>
            <a:rect l="l" t="t" r="r" b="b"/>
            <a:pathLst>
              <a:path w="13017341" h="2593753">
                <a:moveTo>
                  <a:pt x="13017341" y="0"/>
                </a:moveTo>
                <a:lnTo>
                  <a:pt x="12990004" y="103231"/>
                </a:lnTo>
                <a:lnTo>
                  <a:pt x="12990004" y="206463"/>
                </a:lnTo>
                <a:lnTo>
                  <a:pt x="12990004" y="530941"/>
                </a:lnTo>
                <a:lnTo>
                  <a:pt x="12990004" y="855679"/>
                </a:lnTo>
                <a:lnTo>
                  <a:pt x="12990004" y="958910"/>
                </a:lnTo>
                <a:lnTo>
                  <a:pt x="0" y="1062142"/>
                </a:lnTo>
                <a:lnTo>
                  <a:pt x="0" y="1386620"/>
                </a:lnTo>
                <a:lnTo>
                  <a:pt x="0" y="1711099"/>
                </a:lnTo>
                <a:lnTo>
                  <a:pt x="0" y="2035837"/>
                </a:lnTo>
                <a:lnTo>
                  <a:pt x="0" y="2360315"/>
                </a:lnTo>
                <a:lnTo>
                  <a:pt x="2169990" y="259375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6860881" y="1457896"/>
            <a:ext cx="12504039" cy="2520982"/>
          </a:xfrm>
          <a:custGeom>
            <a:avLst/>
            <a:gdLst/>
            <a:ahLst/>
            <a:cxnLst/>
            <a:rect l="l" t="t" r="r" b="b"/>
            <a:pathLst>
              <a:path w="12504039" h="2520982">
                <a:moveTo>
                  <a:pt x="12504039" y="0"/>
                </a:moveTo>
                <a:lnTo>
                  <a:pt x="12353990" y="103360"/>
                </a:lnTo>
                <a:lnTo>
                  <a:pt x="12353990" y="206468"/>
                </a:lnTo>
                <a:lnTo>
                  <a:pt x="12353990" y="531171"/>
                </a:lnTo>
                <a:lnTo>
                  <a:pt x="12353990" y="855621"/>
                </a:lnTo>
                <a:lnTo>
                  <a:pt x="12353990" y="958729"/>
                </a:lnTo>
                <a:lnTo>
                  <a:pt x="0" y="1062090"/>
                </a:lnTo>
                <a:lnTo>
                  <a:pt x="0" y="1386540"/>
                </a:lnTo>
                <a:lnTo>
                  <a:pt x="0" y="1711242"/>
                </a:lnTo>
                <a:lnTo>
                  <a:pt x="0" y="2035693"/>
                </a:lnTo>
                <a:lnTo>
                  <a:pt x="0" y="2360143"/>
                </a:lnTo>
                <a:lnTo>
                  <a:pt x="830268" y="252098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8536328" y="1457896"/>
            <a:ext cx="11972068" cy="2434019"/>
          </a:xfrm>
          <a:custGeom>
            <a:avLst/>
            <a:gdLst/>
            <a:ahLst/>
            <a:cxnLst/>
            <a:rect l="l" t="t" r="r" b="b"/>
            <a:pathLst>
              <a:path w="11972068" h="2434019">
                <a:moveTo>
                  <a:pt x="11972068" y="0"/>
                </a:moveTo>
                <a:lnTo>
                  <a:pt x="11809248" y="103202"/>
                </a:lnTo>
                <a:lnTo>
                  <a:pt x="11809248" y="206405"/>
                </a:lnTo>
                <a:lnTo>
                  <a:pt x="11809248" y="531103"/>
                </a:lnTo>
                <a:lnTo>
                  <a:pt x="11809248" y="855558"/>
                </a:lnTo>
                <a:lnTo>
                  <a:pt x="11809248" y="958760"/>
                </a:lnTo>
                <a:lnTo>
                  <a:pt x="0" y="1062206"/>
                </a:lnTo>
                <a:lnTo>
                  <a:pt x="0" y="1386660"/>
                </a:lnTo>
                <a:lnTo>
                  <a:pt x="0" y="1711115"/>
                </a:lnTo>
                <a:lnTo>
                  <a:pt x="0" y="2035813"/>
                </a:lnTo>
                <a:lnTo>
                  <a:pt x="0" y="2360268"/>
                </a:lnTo>
                <a:lnTo>
                  <a:pt x="0" y="243401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9050297" y="1457896"/>
            <a:ext cx="12473464" cy="2451354"/>
          </a:xfrm>
          <a:custGeom>
            <a:avLst/>
            <a:gdLst/>
            <a:ahLst/>
            <a:cxnLst/>
            <a:rect l="l" t="t" r="r" b="b"/>
            <a:pathLst>
              <a:path w="12473464" h="2451354">
                <a:moveTo>
                  <a:pt x="12473464" y="0"/>
                </a:moveTo>
                <a:lnTo>
                  <a:pt x="12348729" y="103202"/>
                </a:lnTo>
                <a:lnTo>
                  <a:pt x="12348729" y="206404"/>
                </a:lnTo>
                <a:lnTo>
                  <a:pt x="12348729" y="530963"/>
                </a:lnTo>
                <a:lnTo>
                  <a:pt x="12348729" y="855523"/>
                </a:lnTo>
                <a:lnTo>
                  <a:pt x="12348729" y="958970"/>
                </a:lnTo>
                <a:lnTo>
                  <a:pt x="200823" y="1062172"/>
                </a:lnTo>
                <a:lnTo>
                  <a:pt x="200823" y="1386731"/>
                </a:lnTo>
                <a:lnTo>
                  <a:pt x="200823" y="1711290"/>
                </a:lnTo>
                <a:lnTo>
                  <a:pt x="200823" y="2035849"/>
                </a:lnTo>
                <a:lnTo>
                  <a:pt x="200823" y="2360409"/>
                </a:lnTo>
                <a:lnTo>
                  <a:pt x="0" y="245135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9151643" y="1457896"/>
            <a:ext cx="13402247" cy="2453069"/>
          </a:xfrm>
          <a:custGeom>
            <a:avLst/>
            <a:gdLst/>
            <a:ahLst/>
            <a:cxnLst/>
            <a:rect l="l" t="t" r="r" b="b"/>
            <a:pathLst>
              <a:path w="13402247" h="2453069">
                <a:moveTo>
                  <a:pt x="13402247" y="0"/>
                </a:moveTo>
                <a:lnTo>
                  <a:pt x="13253482" y="103274"/>
                </a:lnTo>
                <a:lnTo>
                  <a:pt x="13253482" y="206548"/>
                </a:lnTo>
                <a:lnTo>
                  <a:pt x="13253482" y="531089"/>
                </a:lnTo>
                <a:lnTo>
                  <a:pt x="13253482" y="855630"/>
                </a:lnTo>
                <a:lnTo>
                  <a:pt x="13253482" y="958904"/>
                </a:lnTo>
                <a:lnTo>
                  <a:pt x="246601" y="1062179"/>
                </a:lnTo>
                <a:lnTo>
                  <a:pt x="246601" y="1386720"/>
                </a:lnTo>
                <a:lnTo>
                  <a:pt x="246601" y="1711261"/>
                </a:lnTo>
                <a:lnTo>
                  <a:pt x="246601" y="2035556"/>
                </a:lnTo>
                <a:lnTo>
                  <a:pt x="246601" y="2360097"/>
                </a:lnTo>
                <a:lnTo>
                  <a:pt x="0" y="245306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9252703" y="1369314"/>
            <a:ext cx="14562201" cy="2542984"/>
          </a:xfrm>
          <a:custGeom>
            <a:avLst/>
            <a:gdLst/>
            <a:ahLst/>
            <a:cxnLst/>
            <a:rect l="l" t="t" r="r" b="b"/>
            <a:pathLst>
              <a:path w="14562201" h="2542984">
                <a:moveTo>
                  <a:pt x="14562201" y="0"/>
                </a:moveTo>
                <a:lnTo>
                  <a:pt x="14266589" y="191741"/>
                </a:lnTo>
                <a:lnTo>
                  <a:pt x="14266589" y="294986"/>
                </a:lnTo>
                <a:lnTo>
                  <a:pt x="14266589" y="619471"/>
                </a:lnTo>
                <a:lnTo>
                  <a:pt x="14266589" y="944210"/>
                </a:lnTo>
                <a:lnTo>
                  <a:pt x="14266589" y="1047455"/>
                </a:lnTo>
                <a:lnTo>
                  <a:pt x="292700" y="1150700"/>
                </a:lnTo>
                <a:lnTo>
                  <a:pt x="292700" y="1475185"/>
                </a:lnTo>
                <a:lnTo>
                  <a:pt x="292700" y="1799670"/>
                </a:lnTo>
                <a:lnTo>
                  <a:pt x="292700" y="2124154"/>
                </a:lnTo>
                <a:lnTo>
                  <a:pt x="292700" y="2448639"/>
                </a:lnTo>
                <a:lnTo>
                  <a:pt x="0" y="254298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5317450" y="1369314"/>
            <a:ext cx="19524916" cy="609409"/>
          </a:xfrm>
          <a:custGeom>
            <a:avLst/>
            <a:gdLst/>
            <a:ahLst/>
            <a:cxnLst/>
            <a:rect l="l" t="t" r="r" b="b"/>
            <a:pathLst>
              <a:path w="19524916" h="609409">
                <a:moveTo>
                  <a:pt x="19524916" y="0"/>
                </a:moveTo>
                <a:lnTo>
                  <a:pt x="19274997" y="191781"/>
                </a:lnTo>
                <a:lnTo>
                  <a:pt x="19274997" y="295015"/>
                </a:lnTo>
                <a:lnTo>
                  <a:pt x="0" y="60940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6488548" y="1369314"/>
            <a:ext cx="18596515" cy="2086546"/>
          </a:xfrm>
          <a:custGeom>
            <a:avLst/>
            <a:gdLst/>
            <a:ahLst/>
            <a:cxnLst/>
            <a:rect l="l" t="t" r="r" b="b"/>
            <a:pathLst>
              <a:path w="18596515" h="2086546">
                <a:moveTo>
                  <a:pt x="18555603" y="0"/>
                </a:moveTo>
                <a:lnTo>
                  <a:pt x="18596515" y="191753"/>
                </a:lnTo>
                <a:lnTo>
                  <a:pt x="18596515" y="295037"/>
                </a:lnTo>
                <a:lnTo>
                  <a:pt x="18596515" y="619495"/>
                </a:lnTo>
                <a:lnTo>
                  <a:pt x="18596515" y="944162"/>
                </a:lnTo>
                <a:lnTo>
                  <a:pt x="18596515" y="1047446"/>
                </a:lnTo>
                <a:lnTo>
                  <a:pt x="3204180" y="1150730"/>
                </a:lnTo>
                <a:lnTo>
                  <a:pt x="3204180" y="1475188"/>
                </a:lnTo>
                <a:lnTo>
                  <a:pt x="3204180" y="1799646"/>
                </a:lnTo>
                <a:lnTo>
                  <a:pt x="0" y="208654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9993546" y="2210181"/>
            <a:ext cx="4863275" cy="5236273"/>
          </a:xfrm>
          <a:custGeom>
            <a:avLst/>
            <a:gdLst/>
            <a:ahLst/>
            <a:cxnLst/>
            <a:rect l="l" t="t" r="r" b="b"/>
            <a:pathLst>
              <a:path w="4863275" h="5236273">
                <a:moveTo>
                  <a:pt x="4812210" y="0"/>
                </a:moveTo>
                <a:lnTo>
                  <a:pt x="4863275" y="103154"/>
                </a:lnTo>
                <a:lnTo>
                  <a:pt x="4863275" y="206309"/>
                </a:lnTo>
                <a:lnTo>
                  <a:pt x="4863275" y="309987"/>
                </a:lnTo>
                <a:lnTo>
                  <a:pt x="4863275" y="634112"/>
                </a:lnTo>
                <a:lnTo>
                  <a:pt x="4863275" y="958761"/>
                </a:lnTo>
                <a:lnTo>
                  <a:pt x="4863275" y="1283410"/>
                </a:lnTo>
                <a:lnTo>
                  <a:pt x="4863275" y="1608059"/>
                </a:lnTo>
                <a:lnTo>
                  <a:pt x="4863275" y="1932184"/>
                </a:lnTo>
                <a:lnTo>
                  <a:pt x="4863275" y="2256833"/>
                </a:lnTo>
                <a:lnTo>
                  <a:pt x="4863275" y="2448481"/>
                </a:lnTo>
                <a:lnTo>
                  <a:pt x="4863275" y="2640652"/>
                </a:lnTo>
                <a:lnTo>
                  <a:pt x="4863275" y="2964778"/>
                </a:lnTo>
                <a:lnTo>
                  <a:pt x="4863275" y="3289427"/>
                </a:lnTo>
                <a:lnTo>
                  <a:pt x="4863275" y="3614075"/>
                </a:lnTo>
                <a:lnTo>
                  <a:pt x="4863275" y="3938724"/>
                </a:lnTo>
                <a:lnTo>
                  <a:pt x="4863275" y="4262850"/>
                </a:lnTo>
                <a:lnTo>
                  <a:pt x="4863275" y="4675992"/>
                </a:lnTo>
                <a:lnTo>
                  <a:pt x="4863275" y="4868163"/>
                </a:lnTo>
                <a:lnTo>
                  <a:pt x="0" y="523627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22398" y="4448776"/>
            <a:ext cx="66884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CT/VT sec</a:t>
            </a:r>
          </a:p>
        </p:txBody>
      </p:sp>
      <p:sp>
        <p:nvSpPr>
          <p:cNvPr id="34" name="Freeform 33"/>
          <p:cNvSpPr/>
          <p:nvPr/>
        </p:nvSpPr>
        <p:spPr>
          <a:xfrm>
            <a:off x="20886801" y="3714845"/>
            <a:ext cx="5254085" cy="3747516"/>
          </a:xfrm>
          <a:custGeom>
            <a:avLst/>
            <a:gdLst/>
            <a:ahLst/>
            <a:cxnLst/>
            <a:rect l="l" t="t" r="r" b="b"/>
            <a:pathLst>
              <a:path w="5254085" h="3747516">
                <a:moveTo>
                  <a:pt x="5230441" y="0"/>
                </a:moveTo>
                <a:lnTo>
                  <a:pt x="5254085" y="103431"/>
                </a:lnTo>
                <a:lnTo>
                  <a:pt x="5254085" y="427966"/>
                </a:lnTo>
                <a:lnTo>
                  <a:pt x="5254085" y="752501"/>
                </a:lnTo>
                <a:lnTo>
                  <a:pt x="5254085" y="943999"/>
                </a:lnTo>
                <a:lnTo>
                  <a:pt x="5254085" y="1135872"/>
                </a:lnTo>
                <a:lnTo>
                  <a:pt x="5254085" y="1460407"/>
                </a:lnTo>
                <a:lnTo>
                  <a:pt x="5254085" y="1784942"/>
                </a:lnTo>
                <a:lnTo>
                  <a:pt x="5254085" y="2109477"/>
                </a:lnTo>
                <a:lnTo>
                  <a:pt x="5254085" y="2434011"/>
                </a:lnTo>
                <a:lnTo>
                  <a:pt x="5254085" y="2758546"/>
                </a:lnTo>
                <a:lnTo>
                  <a:pt x="5254085" y="3171523"/>
                </a:lnTo>
                <a:lnTo>
                  <a:pt x="5254085" y="3363395"/>
                </a:lnTo>
                <a:lnTo>
                  <a:pt x="0" y="374751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0886801" y="5396483"/>
            <a:ext cx="7637430" cy="2074450"/>
          </a:xfrm>
          <a:custGeom>
            <a:avLst/>
            <a:gdLst/>
            <a:ahLst/>
            <a:cxnLst/>
            <a:rect l="l" t="t" r="r" b="b"/>
            <a:pathLst>
              <a:path w="7637430" h="2074450">
                <a:moveTo>
                  <a:pt x="7471698" y="0"/>
                </a:moveTo>
                <a:lnTo>
                  <a:pt x="7637430" y="103308"/>
                </a:lnTo>
                <a:lnTo>
                  <a:pt x="7637430" y="427752"/>
                </a:lnTo>
                <a:lnTo>
                  <a:pt x="7637430" y="752403"/>
                </a:lnTo>
                <a:lnTo>
                  <a:pt x="7637430" y="1076847"/>
                </a:lnTo>
                <a:lnTo>
                  <a:pt x="7637430" y="1489870"/>
                </a:lnTo>
                <a:lnTo>
                  <a:pt x="7637430" y="1681757"/>
                </a:lnTo>
                <a:lnTo>
                  <a:pt x="0" y="207445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8710814" y="3065716"/>
            <a:ext cx="5539359" cy="4402646"/>
          </a:xfrm>
          <a:custGeom>
            <a:avLst/>
            <a:gdLst/>
            <a:ahLst/>
            <a:cxnLst/>
            <a:rect l="l" t="t" r="r" b="b"/>
            <a:pathLst>
              <a:path w="5539359" h="4402646">
                <a:moveTo>
                  <a:pt x="5479534" y="0"/>
                </a:moveTo>
                <a:lnTo>
                  <a:pt x="5539359" y="103462"/>
                </a:lnTo>
                <a:lnTo>
                  <a:pt x="5539359" y="427937"/>
                </a:lnTo>
                <a:lnTo>
                  <a:pt x="5539359" y="752412"/>
                </a:lnTo>
                <a:lnTo>
                  <a:pt x="5539359" y="1076887"/>
                </a:lnTo>
                <a:lnTo>
                  <a:pt x="5539359" y="1401362"/>
                </a:lnTo>
                <a:lnTo>
                  <a:pt x="5539359" y="1593317"/>
                </a:lnTo>
                <a:lnTo>
                  <a:pt x="5539359" y="1784832"/>
                </a:lnTo>
                <a:lnTo>
                  <a:pt x="5539359" y="2109307"/>
                </a:lnTo>
                <a:lnTo>
                  <a:pt x="5539359" y="2433782"/>
                </a:lnTo>
                <a:lnTo>
                  <a:pt x="5539359" y="2758698"/>
                </a:lnTo>
                <a:lnTo>
                  <a:pt x="5539359" y="3083173"/>
                </a:lnTo>
                <a:lnTo>
                  <a:pt x="5539359" y="3407648"/>
                </a:lnTo>
                <a:lnTo>
                  <a:pt x="5539359" y="3820616"/>
                </a:lnTo>
                <a:lnTo>
                  <a:pt x="5539359" y="4012571"/>
                </a:lnTo>
                <a:lnTo>
                  <a:pt x="0" y="440264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1843968" y="6694646"/>
            <a:ext cx="5783961" cy="768191"/>
          </a:xfrm>
          <a:custGeom>
            <a:avLst/>
            <a:gdLst/>
            <a:ahLst/>
            <a:cxnLst/>
            <a:rect l="l" t="t" r="r" b="b"/>
            <a:pathLst>
              <a:path w="5783961" h="768191">
                <a:moveTo>
                  <a:pt x="5774128" y="0"/>
                </a:moveTo>
                <a:lnTo>
                  <a:pt x="5783961" y="191740"/>
                </a:lnTo>
                <a:lnTo>
                  <a:pt x="5783961" y="383558"/>
                </a:lnTo>
                <a:lnTo>
                  <a:pt x="0" y="76819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0375022" y="2210181"/>
            <a:ext cx="4997577" cy="9113901"/>
          </a:xfrm>
          <a:custGeom>
            <a:avLst/>
            <a:gdLst/>
            <a:ahLst/>
            <a:cxnLst/>
            <a:rect l="l" t="t" r="r" b="b"/>
            <a:pathLst>
              <a:path w="4997577" h="9113901">
                <a:moveTo>
                  <a:pt x="4782182" y="0"/>
                </a:moveTo>
                <a:lnTo>
                  <a:pt x="4997577" y="102987"/>
                </a:lnTo>
                <a:lnTo>
                  <a:pt x="4997577" y="206885"/>
                </a:lnTo>
                <a:lnTo>
                  <a:pt x="4997577" y="309872"/>
                </a:lnTo>
                <a:lnTo>
                  <a:pt x="4997577" y="634327"/>
                </a:lnTo>
                <a:lnTo>
                  <a:pt x="4997577" y="958782"/>
                </a:lnTo>
                <a:lnTo>
                  <a:pt x="4997577" y="1283237"/>
                </a:lnTo>
                <a:lnTo>
                  <a:pt x="4997577" y="1607692"/>
                </a:lnTo>
                <a:lnTo>
                  <a:pt x="4997577" y="1932147"/>
                </a:lnTo>
                <a:lnTo>
                  <a:pt x="4997577" y="2256601"/>
                </a:lnTo>
                <a:lnTo>
                  <a:pt x="4997577" y="2448905"/>
                </a:lnTo>
                <a:lnTo>
                  <a:pt x="4997577" y="2640297"/>
                </a:lnTo>
                <a:lnTo>
                  <a:pt x="4997577" y="2964751"/>
                </a:lnTo>
                <a:lnTo>
                  <a:pt x="4997577" y="3289206"/>
                </a:lnTo>
                <a:lnTo>
                  <a:pt x="4997577" y="3613661"/>
                </a:lnTo>
                <a:lnTo>
                  <a:pt x="4997577" y="3939028"/>
                </a:lnTo>
                <a:lnTo>
                  <a:pt x="4997577" y="4263482"/>
                </a:lnTo>
                <a:lnTo>
                  <a:pt x="4997577" y="4676342"/>
                </a:lnTo>
                <a:lnTo>
                  <a:pt x="4997577" y="4867734"/>
                </a:lnTo>
                <a:lnTo>
                  <a:pt x="4997577" y="5280594"/>
                </a:lnTo>
                <a:lnTo>
                  <a:pt x="4997577" y="5694365"/>
                </a:lnTo>
                <a:lnTo>
                  <a:pt x="4997577" y="5797352"/>
                </a:lnTo>
                <a:lnTo>
                  <a:pt x="1691680" y="5988744"/>
                </a:lnTo>
                <a:lnTo>
                  <a:pt x="1691680" y="6844539"/>
                </a:lnTo>
                <a:lnTo>
                  <a:pt x="1691680" y="7700334"/>
                </a:lnTo>
                <a:lnTo>
                  <a:pt x="1691680" y="7891726"/>
                </a:lnTo>
                <a:lnTo>
                  <a:pt x="1691680" y="8216181"/>
                </a:lnTo>
                <a:lnTo>
                  <a:pt x="1691680" y="8540636"/>
                </a:lnTo>
                <a:lnTo>
                  <a:pt x="1691680" y="8732939"/>
                </a:lnTo>
                <a:lnTo>
                  <a:pt x="0" y="911390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878728" y="5872464"/>
            <a:ext cx="987742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aux + trip coil</a:t>
            </a:r>
          </a:p>
        </p:txBody>
      </p:sp>
      <p:sp>
        <p:nvSpPr>
          <p:cNvPr id="40" name="Freeform 39"/>
          <p:cNvSpPr/>
          <p:nvPr/>
        </p:nvSpPr>
        <p:spPr>
          <a:xfrm>
            <a:off x="21471350" y="4363878"/>
            <a:ext cx="7926991" cy="6901339"/>
          </a:xfrm>
          <a:custGeom>
            <a:avLst/>
            <a:gdLst/>
            <a:ahLst/>
            <a:cxnLst/>
            <a:rect l="l" t="t" r="r" b="b"/>
            <a:pathLst>
              <a:path w="7926991" h="6901339">
                <a:moveTo>
                  <a:pt x="7652717" y="0"/>
                </a:moveTo>
                <a:lnTo>
                  <a:pt x="7926991" y="103520"/>
                </a:lnTo>
                <a:lnTo>
                  <a:pt x="7926991" y="294687"/>
                </a:lnTo>
                <a:lnTo>
                  <a:pt x="7926991" y="486545"/>
                </a:lnTo>
                <a:lnTo>
                  <a:pt x="7926991" y="811598"/>
                </a:lnTo>
                <a:lnTo>
                  <a:pt x="7926991" y="1135961"/>
                </a:lnTo>
                <a:lnTo>
                  <a:pt x="7926991" y="1460324"/>
                </a:lnTo>
                <a:lnTo>
                  <a:pt x="7926991" y="1784686"/>
                </a:lnTo>
                <a:lnTo>
                  <a:pt x="7926991" y="2109740"/>
                </a:lnTo>
                <a:lnTo>
                  <a:pt x="7926991" y="2522440"/>
                </a:lnTo>
                <a:lnTo>
                  <a:pt x="7926991" y="2714297"/>
                </a:lnTo>
                <a:lnTo>
                  <a:pt x="7926991" y="3126997"/>
                </a:lnTo>
                <a:lnTo>
                  <a:pt x="7926991" y="3540387"/>
                </a:lnTo>
                <a:lnTo>
                  <a:pt x="7926991" y="3643907"/>
                </a:lnTo>
                <a:lnTo>
                  <a:pt x="890201" y="3835074"/>
                </a:lnTo>
                <a:lnTo>
                  <a:pt x="890201" y="4690840"/>
                </a:lnTo>
                <a:lnTo>
                  <a:pt x="890201" y="5546606"/>
                </a:lnTo>
                <a:lnTo>
                  <a:pt x="890201" y="5738463"/>
                </a:lnTo>
                <a:lnTo>
                  <a:pt x="890201" y="6062826"/>
                </a:lnTo>
                <a:lnTo>
                  <a:pt x="890201" y="6387189"/>
                </a:lnTo>
                <a:lnTo>
                  <a:pt x="890201" y="6579046"/>
                </a:lnTo>
                <a:lnTo>
                  <a:pt x="0" y="690133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931044" y="7170463"/>
            <a:ext cx="934593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OLTC + cooling</a:t>
            </a:r>
          </a:p>
        </p:txBody>
      </p:sp>
      <p:sp>
        <p:nvSpPr>
          <p:cNvPr id="42" name="Freeform 41"/>
          <p:cNvSpPr/>
          <p:nvPr/>
        </p:nvSpPr>
        <p:spPr>
          <a:xfrm>
            <a:off x="22050184" y="6694646"/>
            <a:ext cx="6024277" cy="4590574"/>
          </a:xfrm>
          <a:custGeom>
            <a:avLst/>
            <a:gdLst/>
            <a:ahLst/>
            <a:cxnLst/>
            <a:rect l="l" t="t" r="r" b="b"/>
            <a:pathLst>
              <a:path w="6024277" h="4590574">
                <a:moveTo>
                  <a:pt x="5806800" y="0"/>
                </a:moveTo>
                <a:lnTo>
                  <a:pt x="6024277" y="191886"/>
                </a:lnTo>
                <a:lnTo>
                  <a:pt x="6024277" y="383313"/>
                </a:lnTo>
                <a:lnTo>
                  <a:pt x="6024277" y="796464"/>
                </a:lnTo>
                <a:lnTo>
                  <a:pt x="6024277" y="1209616"/>
                </a:lnTo>
                <a:lnTo>
                  <a:pt x="6024277" y="1312904"/>
                </a:lnTo>
                <a:lnTo>
                  <a:pt x="163860" y="1504790"/>
                </a:lnTo>
                <a:lnTo>
                  <a:pt x="163860" y="2360014"/>
                </a:lnTo>
                <a:lnTo>
                  <a:pt x="163860" y="3215697"/>
                </a:lnTo>
                <a:lnTo>
                  <a:pt x="163860" y="3407583"/>
                </a:lnTo>
                <a:lnTo>
                  <a:pt x="163860" y="3732136"/>
                </a:lnTo>
                <a:lnTo>
                  <a:pt x="163860" y="4056690"/>
                </a:lnTo>
                <a:lnTo>
                  <a:pt x="163860" y="4248576"/>
                </a:lnTo>
                <a:lnTo>
                  <a:pt x="0" y="459057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5225712" y="7712487"/>
            <a:ext cx="4178237" cy="1197007"/>
          </a:xfrm>
          <a:custGeom>
            <a:avLst/>
            <a:gdLst/>
            <a:ahLst/>
            <a:cxnLst/>
            <a:rect l="l" t="t" r="r" b="b"/>
            <a:pathLst>
              <a:path w="4178237" h="1197007">
                <a:moveTo>
                  <a:pt x="4178237" y="0"/>
                </a:moveTo>
                <a:lnTo>
                  <a:pt x="4178237" y="191761"/>
                </a:lnTo>
                <a:lnTo>
                  <a:pt x="4178237" y="295062"/>
                </a:lnTo>
                <a:lnTo>
                  <a:pt x="4178237" y="486823"/>
                </a:lnTo>
                <a:lnTo>
                  <a:pt x="0" y="119700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5225903" y="7712487"/>
            <a:ext cx="5265991" cy="1222820"/>
          </a:xfrm>
          <a:custGeom>
            <a:avLst/>
            <a:gdLst/>
            <a:ahLst/>
            <a:cxnLst/>
            <a:rect l="l" t="t" r="r" b="b"/>
            <a:pathLst>
              <a:path w="5265991" h="1222820">
                <a:moveTo>
                  <a:pt x="5265991" y="0"/>
                </a:moveTo>
                <a:lnTo>
                  <a:pt x="5265991" y="191738"/>
                </a:lnTo>
                <a:lnTo>
                  <a:pt x="5265991" y="295067"/>
                </a:lnTo>
                <a:lnTo>
                  <a:pt x="5265991" y="486805"/>
                </a:lnTo>
                <a:lnTo>
                  <a:pt x="0" y="122282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5225522" y="7712487"/>
            <a:ext cx="3161442" cy="1160241"/>
          </a:xfrm>
          <a:custGeom>
            <a:avLst/>
            <a:gdLst/>
            <a:ahLst/>
            <a:cxnLst/>
            <a:rect l="l" t="t" r="r" b="b"/>
            <a:pathLst>
              <a:path w="3161442" h="1160241">
                <a:moveTo>
                  <a:pt x="3161442" y="0"/>
                </a:moveTo>
                <a:lnTo>
                  <a:pt x="3161442" y="191788"/>
                </a:lnTo>
                <a:lnTo>
                  <a:pt x="3161442" y="295049"/>
                </a:lnTo>
                <a:lnTo>
                  <a:pt x="3161442" y="486837"/>
                </a:lnTo>
                <a:lnTo>
                  <a:pt x="0" y="116024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5225998" y="7712487"/>
            <a:ext cx="6191059" cy="1238536"/>
          </a:xfrm>
          <a:custGeom>
            <a:avLst/>
            <a:gdLst/>
            <a:ahLst/>
            <a:cxnLst/>
            <a:rect l="l" t="t" r="r" b="b"/>
            <a:pathLst>
              <a:path w="6191059" h="1238536">
                <a:moveTo>
                  <a:pt x="6191059" y="0"/>
                </a:moveTo>
                <a:lnTo>
                  <a:pt x="6191059" y="191726"/>
                </a:lnTo>
                <a:lnTo>
                  <a:pt x="6191059" y="295019"/>
                </a:lnTo>
                <a:lnTo>
                  <a:pt x="6191059" y="486745"/>
                </a:lnTo>
                <a:lnTo>
                  <a:pt x="0" y="1238536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225807" y="9190005"/>
            <a:ext cx="4590098" cy="2033302"/>
          </a:xfrm>
          <a:custGeom>
            <a:avLst/>
            <a:gdLst/>
            <a:ahLst/>
            <a:cxnLst/>
            <a:rect l="l" t="t" r="r" b="b"/>
            <a:pathLst>
              <a:path w="4590098" h="2033302">
                <a:moveTo>
                  <a:pt x="4590098" y="2033302"/>
                </a:moveTo>
                <a:lnTo>
                  <a:pt x="4559344" y="1753113"/>
                </a:lnTo>
                <a:lnTo>
                  <a:pt x="4559344" y="1561169"/>
                </a:lnTo>
                <a:lnTo>
                  <a:pt x="4559344" y="1236654"/>
                </a:lnTo>
                <a:lnTo>
                  <a:pt x="4559344" y="912139"/>
                </a:lnTo>
                <a:lnTo>
                  <a:pt x="4559344" y="720399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5225903" y="9166574"/>
            <a:ext cx="5725953" cy="2056733"/>
          </a:xfrm>
          <a:custGeom>
            <a:avLst/>
            <a:gdLst/>
            <a:ahLst/>
            <a:cxnLst/>
            <a:rect l="l" t="t" r="r" b="b"/>
            <a:pathLst>
              <a:path w="5725953" h="2056733">
                <a:moveTo>
                  <a:pt x="5725953" y="2056733"/>
                </a:moveTo>
                <a:lnTo>
                  <a:pt x="5695033" y="1776400"/>
                </a:lnTo>
                <a:lnTo>
                  <a:pt x="5695033" y="1584713"/>
                </a:lnTo>
                <a:lnTo>
                  <a:pt x="5695033" y="1260160"/>
                </a:lnTo>
                <a:lnTo>
                  <a:pt x="5695033" y="935608"/>
                </a:lnTo>
                <a:lnTo>
                  <a:pt x="5695033" y="74392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5225998" y="9151715"/>
            <a:ext cx="6733413" cy="2160079"/>
          </a:xfrm>
          <a:custGeom>
            <a:avLst/>
            <a:gdLst/>
            <a:ahLst/>
            <a:cxnLst/>
            <a:rect l="l" t="t" r="r" b="b"/>
            <a:pathLst>
              <a:path w="6733413" h="2160079">
                <a:moveTo>
                  <a:pt x="6733413" y="2160079"/>
                </a:moveTo>
                <a:lnTo>
                  <a:pt x="6693012" y="1791354"/>
                </a:lnTo>
                <a:lnTo>
                  <a:pt x="6693012" y="1599539"/>
                </a:lnTo>
                <a:lnTo>
                  <a:pt x="6693012" y="1274879"/>
                </a:lnTo>
                <a:lnTo>
                  <a:pt x="6693012" y="950435"/>
                </a:lnTo>
                <a:lnTo>
                  <a:pt x="6693012" y="75862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2049696" y="9359360"/>
            <a:ext cx="1494854" cy="816578"/>
          </a:xfrm>
          <a:custGeom>
            <a:avLst/>
            <a:gdLst/>
            <a:ahLst/>
            <a:cxnLst/>
            <a:rect l="l" t="t" r="r" b="b"/>
            <a:pathLst>
              <a:path w="1494854" h="816578">
                <a:moveTo>
                  <a:pt x="1494854" y="0"/>
                </a:moveTo>
                <a:lnTo>
                  <a:pt x="0" y="551027"/>
                </a:lnTo>
                <a:lnTo>
                  <a:pt x="0" y="742841"/>
                </a:lnTo>
                <a:lnTo>
                  <a:pt x="0" y="81657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2961429" y="9453086"/>
            <a:ext cx="753142" cy="722852"/>
          </a:xfrm>
          <a:custGeom>
            <a:avLst/>
            <a:gdLst/>
            <a:ahLst/>
            <a:cxnLst/>
            <a:rect l="l" t="t" r="r" b="b"/>
            <a:pathLst>
              <a:path w="753142" h="722852">
                <a:moveTo>
                  <a:pt x="753142" y="0"/>
                </a:moveTo>
                <a:lnTo>
                  <a:pt x="0" y="457348"/>
                </a:lnTo>
                <a:lnTo>
                  <a:pt x="0" y="649121"/>
                </a:lnTo>
                <a:lnTo>
                  <a:pt x="0" y="72285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822013" y="9453086"/>
            <a:ext cx="293179" cy="722852"/>
          </a:xfrm>
          <a:custGeom>
            <a:avLst/>
            <a:gdLst/>
            <a:ahLst/>
            <a:cxnLst/>
            <a:rect l="l" t="t" r="r" b="b"/>
            <a:pathLst>
              <a:path w="293179" h="722852">
                <a:moveTo>
                  <a:pt x="293179" y="0"/>
                </a:moveTo>
                <a:lnTo>
                  <a:pt x="0" y="457348"/>
                </a:lnTo>
                <a:lnTo>
                  <a:pt x="0" y="649121"/>
                </a:lnTo>
                <a:lnTo>
                  <a:pt x="0" y="72285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4539531" y="9453086"/>
            <a:ext cx="194024" cy="722852"/>
          </a:xfrm>
          <a:custGeom>
            <a:avLst/>
            <a:gdLst/>
            <a:ahLst/>
            <a:cxnLst/>
            <a:rect l="l" t="t" r="r" b="b"/>
            <a:pathLst>
              <a:path w="194024" h="722852">
                <a:moveTo>
                  <a:pt x="0" y="0"/>
                </a:moveTo>
                <a:lnTo>
                  <a:pt x="194024" y="457348"/>
                </a:lnTo>
                <a:lnTo>
                  <a:pt x="194024" y="649121"/>
                </a:lnTo>
                <a:lnTo>
                  <a:pt x="194024" y="72285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5049595" y="9453086"/>
            <a:ext cx="779621" cy="722852"/>
          </a:xfrm>
          <a:custGeom>
            <a:avLst/>
            <a:gdLst/>
            <a:ahLst/>
            <a:cxnLst/>
            <a:rect l="l" t="t" r="r" b="b"/>
            <a:pathLst>
              <a:path w="779621" h="722852">
                <a:moveTo>
                  <a:pt x="0" y="0"/>
                </a:moveTo>
                <a:lnTo>
                  <a:pt x="779621" y="457348"/>
                </a:lnTo>
                <a:lnTo>
                  <a:pt x="779621" y="649121"/>
                </a:lnTo>
                <a:lnTo>
                  <a:pt x="779621" y="72285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1906440" y="10647997"/>
            <a:ext cx="7398830" cy="659987"/>
          </a:xfrm>
          <a:custGeom>
            <a:avLst/>
            <a:gdLst/>
            <a:ahLst/>
            <a:cxnLst/>
            <a:rect l="l" t="t" r="r" b="b"/>
            <a:pathLst>
              <a:path w="7398830" h="659987">
                <a:moveTo>
                  <a:pt x="45873" y="0"/>
                </a:moveTo>
                <a:lnTo>
                  <a:pt x="0" y="103288"/>
                </a:lnTo>
                <a:lnTo>
                  <a:pt x="5970116" y="295014"/>
                </a:lnTo>
                <a:lnTo>
                  <a:pt x="7398830" y="65998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530500" y="10733086"/>
            <a:ext cx="72199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GOOSE trip</a:t>
            </a:r>
          </a:p>
        </p:txBody>
      </p:sp>
      <p:sp>
        <p:nvSpPr>
          <p:cNvPr id="57" name="Freeform 56"/>
          <p:cNvSpPr/>
          <p:nvPr/>
        </p:nvSpPr>
        <p:spPr>
          <a:xfrm>
            <a:off x="12579381" y="10647997"/>
            <a:ext cx="7900321" cy="691325"/>
          </a:xfrm>
          <a:custGeom>
            <a:avLst/>
            <a:gdLst/>
            <a:ahLst/>
            <a:cxnLst/>
            <a:rect l="l" t="t" r="r" b="b"/>
            <a:pathLst>
              <a:path w="7900321" h="691325">
                <a:moveTo>
                  <a:pt x="121665" y="0"/>
                </a:moveTo>
                <a:lnTo>
                  <a:pt x="0" y="103284"/>
                </a:lnTo>
                <a:lnTo>
                  <a:pt x="6031105" y="295057"/>
                </a:lnTo>
                <a:lnTo>
                  <a:pt x="7900321" y="69132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233936" y="10733106"/>
            <a:ext cx="72199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GOOSE trip</a:t>
            </a:r>
          </a:p>
        </p:txBody>
      </p:sp>
      <p:sp>
        <p:nvSpPr>
          <p:cNvPr id="59" name="Freeform 58"/>
          <p:cNvSpPr/>
          <p:nvPr/>
        </p:nvSpPr>
        <p:spPr>
          <a:xfrm>
            <a:off x="14351508" y="10647997"/>
            <a:ext cx="7225379" cy="720852"/>
          </a:xfrm>
          <a:custGeom>
            <a:avLst/>
            <a:gdLst/>
            <a:ahLst/>
            <a:cxnLst/>
            <a:rect l="l" t="t" r="r" b="b"/>
            <a:pathLst>
              <a:path w="7225379" h="720852">
                <a:moveTo>
                  <a:pt x="121386" y="0"/>
                </a:moveTo>
                <a:lnTo>
                  <a:pt x="0" y="103226"/>
                </a:lnTo>
                <a:lnTo>
                  <a:pt x="4992737" y="295045"/>
                </a:lnTo>
                <a:lnTo>
                  <a:pt x="7225379" y="72085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86879" y="10733070"/>
            <a:ext cx="72199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GOOSE trip</a:t>
            </a:r>
          </a:p>
        </p:txBody>
      </p:sp>
      <p:sp>
        <p:nvSpPr>
          <p:cNvPr id="61" name="Freeform 60"/>
          <p:cNvSpPr/>
          <p:nvPr/>
        </p:nvSpPr>
        <p:spPr>
          <a:xfrm>
            <a:off x="12310205" y="10647997"/>
            <a:ext cx="1000792" cy="549402"/>
          </a:xfrm>
          <a:custGeom>
            <a:avLst/>
            <a:gdLst/>
            <a:ahLst/>
            <a:cxnLst/>
            <a:rect l="l" t="t" r="r" b="b"/>
            <a:pathLst>
              <a:path w="1000792" h="549402">
                <a:moveTo>
                  <a:pt x="0" y="0"/>
                </a:moveTo>
                <a:lnTo>
                  <a:pt x="121596" y="103288"/>
                </a:lnTo>
                <a:lnTo>
                  <a:pt x="121596" y="295029"/>
                </a:lnTo>
                <a:lnTo>
                  <a:pt x="1000792" y="54940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3204507" y="10647997"/>
            <a:ext cx="412052" cy="471773"/>
          </a:xfrm>
          <a:custGeom>
            <a:avLst/>
            <a:gdLst/>
            <a:ahLst/>
            <a:cxnLst/>
            <a:rect l="l" t="t" r="r" b="b"/>
            <a:pathLst>
              <a:path w="412052" h="471773">
                <a:moveTo>
                  <a:pt x="0" y="0"/>
                </a:moveTo>
                <a:lnTo>
                  <a:pt x="113438" y="103271"/>
                </a:lnTo>
                <a:lnTo>
                  <a:pt x="113438" y="295047"/>
                </a:lnTo>
                <a:lnTo>
                  <a:pt x="412052" y="47177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3822013" y="10647997"/>
            <a:ext cx="114586" cy="462439"/>
          </a:xfrm>
          <a:custGeom>
            <a:avLst/>
            <a:gdLst/>
            <a:ahLst/>
            <a:cxnLst/>
            <a:rect l="l" t="t" r="r" b="b"/>
            <a:pathLst>
              <a:path w="114586" h="462439">
                <a:moveTo>
                  <a:pt x="0" y="0"/>
                </a:moveTo>
                <a:lnTo>
                  <a:pt x="0" y="103263"/>
                </a:lnTo>
                <a:lnTo>
                  <a:pt x="0" y="295036"/>
                </a:lnTo>
                <a:lnTo>
                  <a:pt x="114586" y="462439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835759" y="10647997"/>
            <a:ext cx="371856" cy="474059"/>
          </a:xfrm>
          <a:custGeom>
            <a:avLst/>
            <a:gdLst/>
            <a:ahLst/>
            <a:cxnLst/>
            <a:rect l="l" t="t" r="r" b="b"/>
            <a:pathLst>
              <a:path w="371856" h="474059">
                <a:moveTo>
                  <a:pt x="220994" y="0"/>
                </a:moveTo>
                <a:lnTo>
                  <a:pt x="371856" y="103250"/>
                </a:lnTo>
                <a:lnTo>
                  <a:pt x="371856" y="295054"/>
                </a:lnTo>
                <a:lnTo>
                  <a:pt x="0" y="474059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5019782" y="10647997"/>
            <a:ext cx="809529" cy="539020"/>
          </a:xfrm>
          <a:custGeom>
            <a:avLst/>
            <a:gdLst/>
            <a:ahLst/>
            <a:cxnLst/>
            <a:rect l="l" t="t" r="r" b="b"/>
            <a:pathLst>
              <a:path w="809529" h="539020">
                <a:moveTo>
                  <a:pt x="809529" y="0"/>
                </a:moveTo>
                <a:lnTo>
                  <a:pt x="809529" y="103276"/>
                </a:lnTo>
                <a:lnTo>
                  <a:pt x="809529" y="295006"/>
                </a:lnTo>
                <a:lnTo>
                  <a:pt x="0" y="53902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896838" y="11474862"/>
            <a:ext cx="10442543" cy="648272"/>
          </a:xfrm>
          <a:custGeom>
            <a:avLst/>
            <a:gdLst/>
            <a:ahLst/>
            <a:cxnLst/>
            <a:rect l="l" t="t" r="r" b="b"/>
            <a:pathLst>
              <a:path w="10442543" h="648272">
                <a:moveTo>
                  <a:pt x="10442543" y="0"/>
                </a:moveTo>
                <a:lnTo>
                  <a:pt x="0" y="382740"/>
                </a:lnTo>
                <a:lnTo>
                  <a:pt x="0" y="486009"/>
                </a:lnTo>
                <a:lnTo>
                  <a:pt x="0" y="64827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835336" y="11477625"/>
            <a:ext cx="9503950" cy="557022"/>
          </a:xfrm>
          <a:custGeom>
            <a:avLst/>
            <a:gdLst/>
            <a:ahLst/>
            <a:cxnLst/>
            <a:rect l="l" t="t" r="r" b="b"/>
            <a:pathLst>
              <a:path w="9503950" h="557022">
                <a:moveTo>
                  <a:pt x="9503950" y="0"/>
                </a:moveTo>
                <a:lnTo>
                  <a:pt x="0" y="380000"/>
                </a:lnTo>
                <a:lnTo>
                  <a:pt x="0" y="483272"/>
                </a:lnTo>
                <a:lnTo>
                  <a:pt x="0" y="55702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998339" y="11481816"/>
            <a:ext cx="8341042" cy="552831"/>
          </a:xfrm>
          <a:custGeom>
            <a:avLst/>
            <a:gdLst/>
            <a:ahLst/>
            <a:cxnLst/>
            <a:rect l="l" t="t" r="r" b="b"/>
            <a:pathLst>
              <a:path w="8341042" h="552831">
                <a:moveTo>
                  <a:pt x="8341042" y="0"/>
                </a:moveTo>
                <a:lnTo>
                  <a:pt x="0" y="375814"/>
                </a:lnTo>
                <a:lnTo>
                  <a:pt x="0" y="479083"/>
                </a:lnTo>
                <a:lnTo>
                  <a:pt x="0" y="55283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8289321" y="11502580"/>
            <a:ext cx="5049965" cy="531971"/>
          </a:xfrm>
          <a:custGeom>
            <a:avLst/>
            <a:gdLst/>
            <a:ahLst/>
            <a:cxnLst/>
            <a:rect l="l" t="t" r="r" b="b"/>
            <a:pathLst>
              <a:path w="5049965" h="531971">
                <a:moveTo>
                  <a:pt x="5049965" y="0"/>
                </a:moveTo>
                <a:lnTo>
                  <a:pt x="0" y="354984"/>
                </a:lnTo>
                <a:lnTo>
                  <a:pt x="0" y="458240"/>
                </a:lnTo>
                <a:lnTo>
                  <a:pt x="0" y="53197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58468" y="7800975"/>
            <a:ext cx="11851386" cy="3609784"/>
          </a:xfrm>
          <a:custGeom>
            <a:avLst/>
            <a:gdLst/>
            <a:ahLst/>
            <a:cxnLst/>
            <a:rect l="l" t="t" r="r" b="b"/>
            <a:pathLst>
              <a:path w="11851386" h="3609784">
                <a:moveTo>
                  <a:pt x="130365" y="0"/>
                </a:moveTo>
                <a:lnTo>
                  <a:pt x="0" y="103239"/>
                </a:lnTo>
                <a:lnTo>
                  <a:pt x="0" y="206479"/>
                </a:lnTo>
                <a:lnTo>
                  <a:pt x="0" y="398159"/>
                </a:lnTo>
                <a:lnTo>
                  <a:pt x="0" y="1253678"/>
                </a:lnTo>
                <a:lnTo>
                  <a:pt x="0" y="2109558"/>
                </a:lnTo>
                <a:lnTo>
                  <a:pt x="0" y="2301237"/>
                </a:lnTo>
                <a:lnTo>
                  <a:pt x="0" y="2625757"/>
                </a:lnTo>
                <a:lnTo>
                  <a:pt x="0" y="2950276"/>
                </a:lnTo>
                <a:lnTo>
                  <a:pt x="0" y="3141956"/>
                </a:lnTo>
                <a:lnTo>
                  <a:pt x="11851386" y="360978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7470" y="9892310"/>
            <a:ext cx="72199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PTP master</a:t>
            </a:r>
          </a:p>
        </p:txBody>
      </p:sp>
      <p:sp>
        <p:nvSpPr>
          <p:cNvPr id="72" name="Freeform 71"/>
          <p:cNvSpPr/>
          <p:nvPr/>
        </p:nvSpPr>
        <p:spPr>
          <a:xfrm>
            <a:off x="1905095" y="7800975"/>
            <a:ext cx="11609927" cy="1195197"/>
          </a:xfrm>
          <a:custGeom>
            <a:avLst/>
            <a:gdLst/>
            <a:ahLst/>
            <a:cxnLst/>
            <a:rect l="l" t="t" r="r" b="b"/>
            <a:pathLst>
              <a:path w="11609927" h="1195197">
                <a:moveTo>
                  <a:pt x="18576" y="0"/>
                </a:moveTo>
                <a:lnTo>
                  <a:pt x="0" y="103265"/>
                </a:lnTo>
                <a:lnTo>
                  <a:pt x="0" y="206530"/>
                </a:lnTo>
                <a:lnTo>
                  <a:pt x="0" y="398359"/>
                </a:lnTo>
                <a:lnTo>
                  <a:pt x="11609927" y="119519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44097" y="7989357"/>
            <a:ext cx="721995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PTP master</a:t>
            </a:r>
          </a:p>
        </p:txBody>
      </p:sp>
      <p:sp>
        <p:nvSpPr>
          <p:cNvPr id="74" name="Freeform 73"/>
          <p:cNvSpPr/>
          <p:nvPr/>
        </p:nvSpPr>
        <p:spPr>
          <a:xfrm>
            <a:off x="15196661" y="9359360"/>
            <a:ext cx="16547687" cy="4005072"/>
          </a:xfrm>
          <a:custGeom>
            <a:avLst/>
            <a:gdLst/>
            <a:ahLst/>
            <a:cxnLst/>
            <a:rect l="l" t="t" r="r" b="b"/>
            <a:pathLst>
              <a:path w="16547687" h="4005072">
                <a:moveTo>
                  <a:pt x="0" y="0"/>
                </a:moveTo>
                <a:lnTo>
                  <a:pt x="1494256" y="551098"/>
                </a:lnTo>
                <a:lnTo>
                  <a:pt x="1494256" y="742941"/>
                </a:lnTo>
                <a:lnTo>
                  <a:pt x="1494256" y="1067351"/>
                </a:lnTo>
                <a:lnTo>
                  <a:pt x="1494256" y="1391762"/>
                </a:lnTo>
                <a:lnTo>
                  <a:pt x="1494256" y="1583605"/>
                </a:lnTo>
                <a:lnTo>
                  <a:pt x="1494256" y="2085040"/>
                </a:lnTo>
                <a:lnTo>
                  <a:pt x="1494256" y="2498364"/>
                </a:lnTo>
                <a:lnTo>
                  <a:pt x="1494256" y="2601695"/>
                </a:lnTo>
                <a:lnTo>
                  <a:pt x="1494256" y="2926105"/>
                </a:lnTo>
                <a:lnTo>
                  <a:pt x="1494256" y="3250516"/>
                </a:lnTo>
                <a:lnTo>
                  <a:pt x="1494256" y="3353847"/>
                </a:lnTo>
                <a:lnTo>
                  <a:pt x="1494256" y="3457178"/>
                </a:lnTo>
                <a:lnTo>
                  <a:pt x="16547687" y="400507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50195" y="11537000"/>
            <a:ext cx="881443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SPAN / mirror</a:t>
            </a:r>
          </a:p>
        </p:txBody>
      </p:sp>
      <p:sp>
        <p:nvSpPr>
          <p:cNvPr id="76" name="Freeform 75"/>
          <p:cNvSpPr/>
          <p:nvPr/>
        </p:nvSpPr>
        <p:spPr>
          <a:xfrm>
            <a:off x="9652825" y="11754326"/>
            <a:ext cx="4199763" cy="1551432"/>
          </a:xfrm>
          <a:custGeom>
            <a:avLst/>
            <a:gdLst/>
            <a:ahLst/>
            <a:cxnLst/>
            <a:rect l="l" t="t" r="r" b="b"/>
            <a:pathLst>
              <a:path w="4199763" h="1551432">
                <a:moveTo>
                  <a:pt x="4199763" y="0"/>
                </a:moveTo>
                <a:lnTo>
                  <a:pt x="4095609" y="103325"/>
                </a:lnTo>
                <a:lnTo>
                  <a:pt x="4095609" y="206495"/>
                </a:lnTo>
                <a:lnTo>
                  <a:pt x="4095609" y="531055"/>
                </a:lnTo>
                <a:lnTo>
                  <a:pt x="4095609" y="855614"/>
                </a:lnTo>
                <a:lnTo>
                  <a:pt x="4095609" y="958785"/>
                </a:lnTo>
                <a:lnTo>
                  <a:pt x="4095609" y="1062110"/>
                </a:lnTo>
                <a:lnTo>
                  <a:pt x="0" y="155143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307712" y="12333599"/>
            <a:ext cx="881443" cy="228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</a:rPr>
              <a:t>SPAN / mirror</a:t>
            </a:r>
          </a:p>
        </p:txBody>
      </p:sp>
      <p:sp>
        <p:nvSpPr>
          <p:cNvPr id="78" name="Freeform 77"/>
          <p:cNvSpPr/>
          <p:nvPr/>
        </p:nvSpPr>
        <p:spPr>
          <a:xfrm>
            <a:off x="38909053" y="1451991"/>
            <a:ext cx="5290090" cy="11845099"/>
          </a:xfrm>
          <a:custGeom>
            <a:avLst/>
            <a:gdLst/>
            <a:ahLst/>
            <a:cxnLst/>
            <a:rect l="l" t="t" r="r" b="b"/>
            <a:pathLst>
              <a:path w="5290090" h="11845099">
                <a:moveTo>
                  <a:pt x="0" y="0"/>
                </a:moveTo>
                <a:lnTo>
                  <a:pt x="158174" y="108974"/>
                </a:lnTo>
                <a:lnTo>
                  <a:pt x="158174" y="212027"/>
                </a:lnTo>
                <a:lnTo>
                  <a:pt x="158174" y="536583"/>
                </a:lnTo>
                <a:lnTo>
                  <a:pt x="158174" y="861138"/>
                </a:lnTo>
                <a:lnTo>
                  <a:pt x="158174" y="964191"/>
                </a:lnTo>
                <a:lnTo>
                  <a:pt x="158174" y="1068427"/>
                </a:lnTo>
                <a:lnTo>
                  <a:pt x="158174" y="1392983"/>
                </a:lnTo>
                <a:lnTo>
                  <a:pt x="158174" y="1717539"/>
                </a:lnTo>
                <a:lnTo>
                  <a:pt x="158174" y="2042095"/>
                </a:lnTo>
                <a:lnTo>
                  <a:pt x="158174" y="2366650"/>
                </a:lnTo>
                <a:lnTo>
                  <a:pt x="158174" y="2690022"/>
                </a:lnTo>
                <a:lnTo>
                  <a:pt x="158174" y="3014577"/>
                </a:lnTo>
                <a:lnTo>
                  <a:pt x="158174" y="3206468"/>
                </a:lnTo>
                <a:lnTo>
                  <a:pt x="158174" y="3398359"/>
                </a:lnTo>
                <a:lnTo>
                  <a:pt x="158174" y="3722914"/>
                </a:lnTo>
                <a:lnTo>
                  <a:pt x="158174" y="4047470"/>
                </a:lnTo>
                <a:lnTo>
                  <a:pt x="158174" y="4372026"/>
                </a:lnTo>
                <a:lnTo>
                  <a:pt x="158174" y="4696581"/>
                </a:lnTo>
                <a:lnTo>
                  <a:pt x="158174" y="5021137"/>
                </a:lnTo>
                <a:lnTo>
                  <a:pt x="158174" y="5434531"/>
                </a:lnTo>
                <a:lnTo>
                  <a:pt x="158174" y="5626422"/>
                </a:lnTo>
                <a:lnTo>
                  <a:pt x="158174" y="6038631"/>
                </a:lnTo>
                <a:lnTo>
                  <a:pt x="158174" y="6452025"/>
                </a:lnTo>
                <a:lnTo>
                  <a:pt x="158174" y="6555078"/>
                </a:lnTo>
                <a:lnTo>
                  <a:pt x="158174" y="6746968"/>
                </a:lnTo>
                <a:lnTo>
                  <a:pt x="158174" y="7603369"/>
                </a:lnTo>
                <a:lnTo>
                  <a:pt x="158174" y="8458585"/>
                </a:lnTo>
                <a:lnTo>
                  <a:pt x="158174" y="8650476"/>
                </a:lnTo>
                <a:lnTo>
                  <a:pt x="158174" y="8975031"/>
                </a:lnTo>
                <a:lnTo>
                  <a:pt x="158174" y="9299587"/>
                </a:lnTo>
                <a:lnTo>
                  <a:pt x="158174" y="9491478"/>
                </a:lnTo>
                <a:lnTo>
                  <a:pt x="158174" y="9992525"/>
                </a:lnTo>
                <a:lnTo>
                  <a:pt x="158174" y="10405919"/>
                </a:lnTo>
                <a:lnTo>
                  <a:pt x="158174" y="10508972"/>
                </a:lnTo>
                <a:lnTo>
                  <a:pt x="158174" y="10833528"/>
                </a:lnTo>
                <a:lnTo>
                  <a:pt x="158174" y="11158083"/>
                </a:lnTo>
                <a:lnTo>
                  <a:pt x="158174" y="11261136"/>
                </a:lnTo>
                <a:lnTo>
                  <a:pt x="158174" y="11364188"/>
                </a:lnTo>
                <a:lnTo>
                  <a:pt x="5290090" y="1184509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40035194" y="1457896"/>
            <a:ext cx="4173569" cy="11819763"/>
          </a:xfrm>
          <a:custGeom>
            <a:avLst/>
            <a:gdLst/>
            <a:ahLst/>
            <a:cxnLst/>
            <a:rect l="l" t="t" r="r" b="b"/>
            <a:pathLst>
              <a:path w="4173569" h="11819763">
                <a:moveTo>
                  <a:pt x="0" y="0"/>
                </a:moveTo>
                <a:lnTo>
                  <a:pt x="162769" y="102832"/>
                </a:lnTo>
                <a:lnTo>
                  <a:pt x="162769" y="206846"/>
                </a:lnTo>
                <a:lnTo>
                  <a:pt x="162769" y="530707"/>
                </a:lnTo>
                <a:lnTo>
                  <a:pt x="162769" y="855751"/>
                </a:lnTo>
                <a:lnTo>
                  <a:pt x="162769" y="958583"/>
                </a:lnTo>
                <a:lnTo>
                  <a:pt x="162769" y="1062597"/>
                </a:lnTo>
                <a:lnTo>
                  <a:pt x="162769" y="1386458"/>
                </a:lnTo>
                <a:lnTo>
                  <a:pt x="162769" y="1711502"/>
                </a:lnTo>
                <a:lnTo>
                  <a:pt x="162769" y="2035363"/>
                </a:lnTo>
                <a:lnTo>
                  <a:pt x="162769" y="2360407"/>
                </a:lnTo>
                <a:lnTo>
                  <a:pt x="162769" y="2684268"/>
                </a:lnTo>
                <a:lnTo>
                  <a:pt x="162769" y="3009312"/>
                </a:lnTo>
                <a:lnTo>
                  <a:pt x="162769" y="3200792"/>
                </a:lnTo>
                <a:lnTo>
                  <a:pt x="162769" y="3392272"/>
                </a:lnTo>
                <a:lnTo>
                  <a:pt x="162769" y="3717315"/>
                </a:lnTo>
                <a:lnTo>
                  <a:pt x="162769" y="4042359"/>
                </a:lnTo>
                <a:lnTo>
                  <a:pt x="162769" y="4366220"/>
                </a:lnTo>
                <a:lnTo>
                  <a:pt x="162769" y="4691264"/>
                </a:lnTo>
                <a:lnTo>
                  <a:pt x="162769" y="5015125"/>
                </a:lnTo>
                <a:lnTo>
                  <a:pt x="162769" y="5428817"/>
                </a:lnTo>
                <a:lnTo>
                  <a:pt x="162769" y="5620297"/>
                </a:lnTo>
                <a:lnTo>
                  <a:pt x="162769" y="6032807"/>
                </a:lnTo>
                <a:lnTo>
                  <a:pt x="162769" y="6446499"/>
                </a:lnTo>
                <a:lnTo>
                  <a:pt x="162769" y="6549331"/>
                </a:lnTo>
                <a:lnTo>
                  <a:pt x="162769" y="6741993"/>
                </a:lnTo>
                <a:lnTo>
                  <a:pt x="162769" y="7596562"/>
                </a:lnTo>
                <a:lnTo>
                  <a:pt x="162769" y="8452313"/>
                </a:lnTo>
                <a:lnTo>
                  <a:pt x="162769" y="8643793"/>
                </a:lnTo>
                <a:lnTo>
                  <a:pt x="162769" y="8968836"/>
                </a:lnTo>
                <a:lnTo>
                  <a:pt x="162769" y="9293880"/>
                </a:lnTo>
                <a:lnTo>
                  <a:pt x="162769" y="9485360"/>
                </a:lnTo>
                <a:lnTo>
                  <a:pt x="162769" y="9986518"/>
                </a:lnTo>
                <a:lnTo>
                  <a:pt x="162769" y="10400209"/>
                </a:lnTo>
                <a:lnTo>
                  <a:pt x="162769" y="10503041"/>
                </a:lnTo>
                <a:lnTo>
                  <a:pt x="162769" y="10828085"/>
                </a:lnTo>
                <a:lnTo>
                  <a:pt x="162769" y="11151946"/>
                </a:lnTo>
                <a:lnTo>
                  <a:pt x="162769" y="11255960"/>
                </a:lnTo>
                <a:lnTo>
                  <a:pt x="162769" y="11358792"/>
                </a:lnTo>
                <a:lnTo>
                  <a:pt x="4173569" y="1181976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41125711" y="1457896"/>
            <a:ext cx="3096482" cy="11792045"/>
          </a:xfrm>
          <a:custGeom>
            <a:avLst/>
            <a:gdLst/>
            <a:ahLst/>
            <a:cxnLst/>
            <a:rect l="l" t="t" r="r" b="b"/>
            <a:pathLst>
              <a:path w="3096482" h="11792045">
                <a:moveTo>
                  <a:pt x="0" y="0"/>
                </a:moveTo>
                <a:lnTo>
                  <a:pt x="125408" y="103770"/>
                </a:lnTo>
                <a:lnTo>
                  <a:pt x="125408" y="206361"/>
                </a:lnTo>
                <a:lnTo>
                  <a:pt x="125408" y="530642"/>
                </a:lnTo>
                <a:lnTo>
                  <a:pt x="125408" y="856102"/>
                </a:lnTo>
                <a:lnTo>
                  <a:pt x="125408" y="958693"/>
                </a:lnTo>
                <a:lnTo>
                  <a:pt x="125408" y="1062463"/>
                </a:lnTo>
                <a:lnTo>
                  <a:pt x="125408" y="1386745"/>
                </a:lnTo>
                <a:lnTo>
                  <a:pt x="125408" y="1711026"/>
                </a:lnTo>
                <a:lnTo>
                  <a:pt x="125408" y="2035307"/>
                </a:lnTo>
                <a:lnTo>
                  <a:pt x="125408" y="2360767"/>
                </a:lnTo>
                <a:lnTo>
                  <a:pt x="125408" y="2685049"/>
                </a:lnTo>
                <a:lnTo>
                  <a:pt x="125408" y="3009330"/>
                </a:lnTo>
                <a:lnTo>
                  <a:pt x="125408" y="3201540"/>
                </a:lnTo>
                <a:lnTo>
                  <a:pt x="125408" y="3392571"/>
                </a:lnTo>
                <a:lnTo>
                  <a:pt x="125408" y="3716853"/>
                </a:lnTo>
                <a:lnTo>
                  <a:pt x="125408" y="4042313"/>
                </a:lnTo>
                <a:lnTo>
                  <a:pt x="125408" y="4366594"/>
                </a:lnTo>
                <a:lnTo>
                  <a:pt x="125408" y="4690876"/>
                </a:lnTo>
                <a:lnTo>
                  <a:pt x="125408" y="5015157"/>
                </a:lnTo>
                <a:lnTo>
                  <a:pt x="125408" y="5429058"/>
                </a:lnTo>
                <a:lnTo>
                  <a:pt x="125408" y="5620089"/>
                </a:lnTo>
                <a:lnTo>
                  <a:pt x="125408" y="6032810"/>
                </a:lnTo>
                <a:lnTo>
                  <a:pt x="125408" y="6446711"/>
                </a:lnTo>
                <a:lnTo>
                  <a:pt x="125408" y="6549302"/>
                </a:lnTo>
                <a:lnTo>
                  <a:pt x="125408" y="6741512"/>
                </a:lnTo>
                <a:lnTo>
                  <a:pt x="125408" y="7596436"/>
                </a:lnTo>
                <a:lnTo>
                  <a:pt x="125408" y="8452538"/>
                </a:lnTo>
                <a:lnTo>
                  <a:pt x="125408" y="8644748"/>
                </a:lnTo>
                <a:lnTo>
                  <a:pt x="125408" y="8969030"/>
                </a:lnTo>
                <a:lnTo>
                  <a:pt x="125408" y="9293311"/>
                </a:lnTo>
                <a:lnTo>
                  <a:pt x="125408" y="9485521"/>
                </a:lnTo>
                <a:lnTo>
                  <a:pt x="125408" y="9986683"/>
                </a:lnTo>
                <a:lnTo>
                  <a:pt x="125408" y="10399405"/>
                </a:lnTo>
                <a:lnTo>
                  <a:pt x="125408" y="10503175"/>
                </a:lnTo>
                <a:lnTo>
                  <a:pt x="125408" y="10827456"/>
                </a:lnTo>
                <a:lnTo>
                  <a:pt x="125408" y="11151737"/>
                </a:lnTo>
                <a:lnTo>
                  <a:pt x="125408" y="11255507"/>
                </a:lnTo>
                <a:lnTo>
                  <a:pt x="125408" y="11358098"/>
                </a:lnTo>
                <a:lnTo>
                  <a:pt x="3096482" y="1179204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42109834" y="1457896"/>
            <a:ext cx="2133600" cy="11748421"/>
          </a:xfrm>
          <a:custGeom>
            <a:avLst/>
            <a:gdLst/>
            <a:ahLst/>
            <a:cxnLst/>
            <a:rect l="l" t="t" r="r" b="b"/>
            <a:pathLst>
              <a:path w="2133600" h="11748421">
                <a:moveTo>
                  <a:pt x="0" y="0"/>
                </a:moveTo>
                <a:lnTo>
                  <a:pt x="148285" y="103386"/>
                </a:lnTo>
                <a:lnTo>
                  <a:pt x="148285" y="206772"/>
                </a:lnTo>
                <a:lnTo>
                  <a:pt x="148285" y="531029"/>
                </a:lnTo>
                <a:lnTo>
                  <a:pt x="148285" y="855285"/>
                </a:lnTo>
                <a:lnTo>
                  <a:pt x="148285" y="958671"/>
                </a:lnTo>
                <a:lnTo>
                  <a:pt x="148285" y="1062057"/>
                </a:lnTo>
                <a:lnTo>
                  <a:pt x="148285" y="1386314"/>
                </a:lnTo>
                <a:lnTo>
                  <a:pt x="148285" y="1711745"/>
                </a:lnTo>
                <a:lnTo>
                  <a:pt x="148285" y="2036001"/>
                </a:lnTo>
                <a:lnTo>
                  <a:pt x="148285" y="2360258"/>
                </a:lnTo>
                <a:lnTo>
                  <a:pt x="148285" y="2684514"/>
                </a:lnTo>
                <a:lnTo>
                  <a:pt x="148285" y="3008771"/>
                </a:lnTo>
                <a:lnTo>
                  <a:pt x="148285" y="3201445"/>
                </a:lnTo>
                <a:lnTo>
                  <a:pt x="148285" y="3392944"/>
                </a:lnTo>
                <a:lnTo>
                  <a:pt x="148285" y="3717200"/>
                </a:lnTo>
                <a:lnTo>
                  <a:pt x="148285" y="4041457"/>
                </a:lnTo>
                <a:lnTo>
                  <a:pt x="148285" y="4366888"/>
                </a:lnTo>
                <a:lnTo>
                  <a:pt x="148285" y="4691144"/>
                </a:lnTo>
                <a:lnTo>
                  <a:pt x="148285" y="5015401"/>
                </a:lnTo>
                <a:lnTo>
                  <a:pt x="148285" y="5428945"/>
                </a:lnTo>
                <a:lnTo>
                  <a:pt x="148285" y="5620444"/>
                </a:lnTo>
                <a:lnTo>
                  <a:pt x="148285" y="6032814"/>
                </a:lnTo>
                <a:lnTo>
                  <a:pt x="148285" y="6446358"/>
                </a:lnTo>
                <a:lnTo>
                  <a:pt x="148285" y="6549745"/>
                </a:lnTo>
                <a:lnTo>
                  <a:pt x="148285" y="6741244"/>
                </a:lnTo>
                <a:lnTo>
                  <a:pt x="148285" y="7596529"/>
                </a:lnTo>
                <a:lnTo>
                  <a:pt x="148285" y="8452989"/>
                </a:lnTo>
                <a:lnTo>
                  <a:pt x="148285" y="8644488"/>
                </a:lnTo>
                <a:lnTo>
                  <a:pt x="148285" y="8968744"/>
                </a:lnTo>
                <a:lnTo>
                  <a:pt x="148285" y="9293001"/>
                </a:lnTo>
                <a:lnTo>
                  <a:pt x="148285" y="9485675"/>
                </a:lnTo>
                <a:lnTo>
                  <a:pt x="148285" y="9986158"/>
                </a:lnTo>
                <a:lnTo>
                  <a:pt x="148285" y="10399702"/>
                </a:lnTo>
                <a:lnTo>
                  <a:pt x="148285" y="10503088"/>
                </a:lnTo>
                <a:lnTo>
                  <a:pt x="148285" y="10827345"/>
                </a:lnTo>
                <a:lnTo>
                  <a:pt x="148285" y="11151601"/>
                </a:lnTo>
                <a:lnTo>
                  <a:pt x="148285" y="11254987"/>
                </a:lnTo>
                <a:lnTo>
                  <a:pt x="148285" y="11358373"/>
                </a:lnTo>
                <a:lnTo>
                  <a:pt x="2133600" y="1174842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43212638" y="1457896"/>
            <a:ext cx="1078802" cy="11651075"/>
          </a:xfrm>
          <a:custGeom>
            <a:avLst/>
            <a:gdLst/>
            <a:ahLst/>
            <a:cxnLst/>
            <a:rect l="l" t="t" r="r" b="b"/>
            <a:pathLst>
              <a:path w="1078802" h="11651075">
                <a:moveTo>
                  <a:pt x="0" y="0"/>
                </a:moveTo>
                <a:lnTo>
                  <a:pt x="159124" y="103695"/>
                </a:lnTo>
                <a:lnTo>
                  <a:pt x="159124" y="206224"/>
                </a:lnTo>
                <a:lnTo>
                  <a:pt x="159124" y="531289"/>
                </a:lnTo>
                <a:lnTo>
                  <a:pt x="159124" y="855189"/>
                </a:lnTo>
                <a:lnTo>
                  <a:pt x="159124" y="958883"/>
                </a:lnTo>
                <a:lnTo>
                  <a:pt x="159124" y="1062578"/>
                </a:lnTo>
                <a:lnTo>
                  <a:pt x="159124" y="1386478"/>
                </a:lnTo>
                <a:lnTo>
                  <a:pt x="159124" y="1711543"/>
                </a:lnTo>
                <a:lnTo>
                  <a:pt x="159124" y="2035443"/>
                </a:lnTo>
                <a:lnTo>
                  <a:pt x="159124" y="2360508"/>
                </a:lnTo>
                <a:lnTo>
                  <a:pt x="159124" y="2684408"/>
                </a:lnTo>
                <a:lnTo>
                  <a:pt x="159124" y="3009473"/>
                </a:lnTo>
                <a:lnTo>
                  <a:pt x="159124" y="3200550"/>
                </a:lnTo>
                <a:lnTo>
                  <a:pt x="159124" y="3392793"/>
                </a:lnTo>
                <a:lnTo>
                  <a:pt x="159124" y="3717858"/>
                </a:lnTo>
                <a:lnTo>
                  <a:pt x="159124" y="4041758"/>
                </a:lnTo>
                <a:lnTo>
                  <a:pt x="159124" y="4366823"/>
                </a:lnTo>
                <a:lnTo>
                  <a:pt x="159124" y="4690723"/>
                </a:lnTo>
                <a:lnTo>
                  <a:pt x="159124" y="5015788"/>
                </a:lnTo>
                <a:lnTo>
                  <a:pt x="159124" y="5428236"/>
                </a:lnTo>
                <a:lnTo>
                  <a:pt x="159124" y="5620479"/>
                </a:lnTo>
                <a:lnTo>
                  <a:pt x="159124" y="6032927"/>
                </a:lnTo>
                <a:lnTo>
                  <a:pt x="159124" y="6446540"/>
                </a:lnTo>
                <a:lnTo>
                  <a:pt x="159124" y="6549069"/>
                </a:lnTo>
                <a:lnTo>
                  <a:pt x="159124" y="6741312"/>
                </a:lnTo>
                <a:lnTo>
                  <a:pt x="159124" y="7596501"/>
                </a:lnTo>
                <a:lnTo>
                  <a:pt x="159124" y="8452855"/>
                </a:lnTo>
                <a:lnTo>
                  <a:pt x="159124" y="8643933"/>
                </a:lnTo>
                <a:lnTo>
                  <a:pt x="159124" y="8968998"/>
                </a:lnTo>
                <a:lnTo>
                  <a:pt x="159124" y="9292898"/>
                </a:lnTo>
                <a:lnTo>
                  <a:pt x="159124" y="9485140"/>
                </a:lnTo>
                <a:lnTo>
                  <a:pt x="159124" y="9987302"/>
                </a:lnTo>
                <a:lnTo>
                  <a:pt x="159124" y="10399750"/>
                </a:lnTo>
                <a:lnTo>
                  <a:pt x="159124" y="10503444"/>
                </a:lnTo>
                <a:lnTo>
                  <a:pt x="159124" y="10827344"/>
                </a:lnTo>
                <a:lnTo>
                  <a:pt x="159124" y="11152409"/>
                </a:lnTo>
                <a:lnTo>
                  <a:pt x="159124" y="11254939"/>
                </a:lnTo>
                <a:lnTo>
                  <a:pt x="159124" y="11358633"/>
                </a:lnTo>
                <a:lnTo>
                  <a:pt x="1078802" y="1165107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44193142" y="1369314"/>
            <a:ext cx="363855" cy="11535822"/>
          </a:xfrm>
          <a:custGeom>
            <a:avLst/>
            <a:gdLst/>
            <a:ahLst/>
            <a:cxnLst/>
            <a:rect l="l" t="t" r="r" b="b"/>
            <a:pathLst>
              <a:path w="363855" h="11535822">
                <a:moveTo>
                  <a:pt x="0" y="0"/>
                </a:moveTo>
                <a:lnTo>
                  <a:pt x="250878" y="191494"/>
                </a:lnTo>
                <a:lnTo>
                  <a:pt x="250878" y="295317"/>
                </a:lnTo>
                <a:lnTo>
                  <a:pt x="250878" y="619473"/>
                </a:lnTo>
                <a:lnTo>
                  <a:pt x="250878" y="943630"/>
                </a:lnTo>
                <a:lnTo>
                  <a:pt x="250878" y="1047452"/>
                </a:lnTo>
                <a:lnTo>
                  <a:pt x="250878" y="1150121"/>
                </a:lnTo>
                <a:lnTo>
                  <a:pt x="250878" y="1475431"/>
                </a:lnTo>
                <a:lnTo>
                  <a:pt x="250878" y="1799588"/>
                </a:lnTo>
                <a:lnTo>
                  <a:pt x="250878" y="2123744"/>
                </a:lnTo>
                <a:lnTo>
                  <a:pt x="250878" y="2449055"/>
                </a:lnTo>
                <a:lnTo>
                  <a:pt x="250878" y="2773211"/>
                </a:lnTo>
                <a:lnTo>
                  <a:pt x="250878" y="3097368"/>
                </a:lnTo>
                <a:lnTo>
                  <a:pt x="250878" y="3290016"/>
                </a:lnTo>
                <a:lnTo>
                  <a:pt x="250878" y="3481511"/>
                </a:lnTo>
                <a:lnTo>
                  <a:pt x="250878" y="3805667"/>
                </a:lnTo>
                <a:lnTo>
                  <a:pt x="250878" y="4129824"/>
                </a:lnTo>
                <a:lnTo>
                  <a:pt x="250878" y="4455134"/>
                </a:lnTo>
                <a:lnTo>
                  <a:pt x="250878" y="4779291"/>
                </a:lnTo>
                <a:lnTo>
                  <a:pt x="250878" y="5103447"/>
                </a:lnTo>
                <a:lnTo>
                  <a:pt x="250878" y="5517584"/>
                </a:lnTo>
                <a:lnTo>
                  <a:pt x="250878" y="5709078"/>
                </a:lnTo>
                <a:lnTo>
                  <a:pt x="250878" y="6122061"/>
                </a:lnTo>
                <a:lnTo>
                  <a:pt x="250878" y="6535043"/>
                </a:lnTo>
                <a:lnTo>
                  <a:pt x="250878" y="6637712"/>
                </a:lnTo>
                <a:lnTo>
                  <a:pt x="250878" y="6830360"/>
                </a:lnTo>
                <a:lnTo>
                  <a:pt x="250878" y="7685165"/>
                </a:lnTo>
                <a:lnTo>
                  <a:pt x="250878" y="8541123"/>
                </a:lnTo>
                <a:lnTo>
                  <a:pt x="250878" y="8732617"/>
                </a:lnTo>
                <a:lnTo>
                  <a:pt x="250878" y="9057928"/>
                </a:lnTo>
                <a:lnTo>
                  <a:pt x="250878" y="9382084"/>
                </a:lnTo>
                <a:lnTo>
                  <a:pt x="250878" y="9573579"/>
                </a:lnTo>
                <a:lnTo>
                  <a:pt x="250878" y="10075387"/>
                </a:lnTo>
                <a:lnTo>
                  <a:pt x="250878" y="10488370"/>
                </a:lnTo>
                <a:lnTo>
                  <a:pt x="250878" y="10591038"/>
                </a:lnTo>
                <a:lnTo>
                  <a:pt x="250878" y="10916349"/>
                </a:lnTo>
                <a:lnTo>
                  <a:pt x="250878" y="11240505"/>
                </a:lnTo>
                <a:lnTo>
                  <a:pt x="250878" y="11344328"/>
                </a:lnTo>
                <a:lnTo>
                  <a:pt x="250878" y="11446996"/>
                </a:lnTo>
                <a:lnTo>
                  <a:pt x="363855" y="1153582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5198125" y="1369314"/>
            <a:ext cx="262985" cy="11527250"/>
          </a:xfrm>
          <a:custGeom>
            <a:avLst/>
            <a:gdLst/>
            <a:ahLst/>
            <a:cxnLst/>
            <a:rect l="l" t="t" r="r" b="b"/>
            <a:pathLst>
              <a:path w="262985" h="11527250">
                <a:moveTo>
                  <a:pt x="0" y="0"/>
                </a:moveTo>
                <a:lnTo>
                  <a:pt x="262985" y="191352"/>
                </a:lnTo>
                <a:lnTo>
                  <a:pt x="262985" y="295097"/>
                </a:lnTo>
                <a:lnTo>
                  <a:pt x="262985" y="619013"/>
                </a:lnTo>
                <a:lnTo>
                  <a:pt x="262985" y="944081"/>
                </a:lnTo>
                <a:lnTo>
                  <a:pt x="262985" y="1047827"/>
                </a:lnTo>
                <a:lnTo>
                  <a:pt x="262985" y="1150419"/>
                </a:lnTo>
                <a:lnTo>
                  <a:pt x="262985" y="1475488"/>
                </a:lnTo>
                <a:lnTo>
                  <a:pt x="262985" y="1799403"/>
                </a:lnTo>
                <a:lnTo>
                  <a:pt x="262985" y="2124472"/>
                </a:lnTo>
                <a:lnTo>
                  <a:pt x="262985" y="2448387"/>
                </a:lnTo>
                <a:lnTo>
                  <a:pt x="262985" y="2773456"/>
                </a:lnTo>
                <a:lnTo>
                  <a:pt x="262985" y="3097372"/>
                </a:lnTo>
                <a:lnTo>
                  <a:pt x="262985" y="3289877"/>
                </a:lnTo>
                <a:lnTo>
                  <a:pt x="262985" y="3481229"/>
                </a:lnTo>
                <a:lnTo>
                  <a:pt x="262985" y="3806298"/>
                </a:lnTo>
                <a:lnTo>
                  <a:pt x="262985" y="4130213"/>
                </a:lnTo>
                <a:lnTo>
                  <a:pt x="262985" y="4455282"/>
                </a:lnTo>
                <a:lnTo>
                  <a:pt x="262985" y="4779197"/>
                </a:lnTo>
                <a:lnTo>
                  <a:pt x="262985" y="5104266"/>
                </a:lnTo>
                <a:lnTo>
                  <a:pt x="262985" y="5516941"/>
                </a:lnTo>
                <a:lnTo>
                  <a:pt x="262985" y="5708294"/>
                </a:lnTo>
                <a:lnTo>
                  <a:pt x="262985" y="6122122"/>
                </a:lnTo>
                <a:lnTo>
                  <a:pt x="262985" y="6534798"/>
                </a:lnTo>
                <a:lnTo>
                  <a:pt x="262985" y="6638543"/>
                </a:lnTo>
                <a:lnTo>
                  <a:pt x="262985" y="6829895"/>
                </a:lnTo>
                <a:lnTo>
                  <a:pt x="262985" y="7685217"/>
                </a:lnTo>
                <a:lnTo>
                  <a:pt x="262985" y="8540539"/>
                </a:lnTo>
                <a:lnTo>
                  <a:pt x="262985" y="8733044"/>
                </a:lnTo>
                <a:lnTo>
                  <a:pt x="262985" y="9056960"/>
                </a:lnTo>
                <a:lnTo>
                  <a:pt x="262985" y="9382028"/>
                </a:lnTo>
                <a:lnTo>
                  <a:pt x="262985" y="9573381"/>
                </a:lnTo>
                <a:lnTo>
                  <a:pt x="262985" y="10074816"/>
                </a:lnTo>
                <a:lnTo>
                  <a:pt x="262985" y="10488645"/>
                </a:lnTo>
                <a:lnTo>
                  <a:pt x="262985" y="10591237"/>
                </a:lnTo>
                <a:lnTo>
                  <a:pt x="262985" y="10916305"/>
                </a:lnTo>
                <a:lnTo>
                  <a:pt x="262985" y="11240221"/>
                </a:lnTo>
                <a:lnTo>
                  <a:pt x="262985" y="11343966"/>
                </a:lnTo>
                <a:lnTo>
                  <a:pt x="262985" y="11447712"/>
                </a:lnTo>
                <a:lnTo>
                  <a:pt x="226483" y="1152725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45921453" y="1457896"/>
            <a:ext cx="132112" cy="11448860"/>
          </a:xfrm>
          <a:custGeom>
            <a:avLst/>
            <a:gdLst/>
            <a:ahLst/>
            <a:cxnLst/>
            <a:rect l="l" t="t" r="r" b="b"/>
            <a:pathLst>
              <a:path w="132112" h="11448860">
                <a:moveTo>
                  <a:pt x="132112" y="0"/>
                </a:moveTo>
                <a:lnTo>
                  <a:pt x="132112" y="103040"/>
                </a:lnTo>
                <a:lnTo>
                  <a:pt x="132112" y="206079"/>
                </a:lnTo>
                <a:lnTo>
                  <a:pt x="132112" y="531227"/>
                </a:lnTo>
                <a:lnTo>
                  <a:pt x="132112" y="855230"/>
                </a:lnTo>
                <a:lnTo>
                  <a:pt x="132112" y="958270"/>
                </a:lnTo>
                <a:lnTo>
                  <a:pt x="132112" y="1062454"/>
                </a:lnTo>
                <a:lnTo>
                  <a:pt x="132112" y="1386457"/>
                </a:lnTo>
                <a:lnTo>
                  <a:pt x="132112" y="1711604"/>
                </a:lnTo>
                <a:lnTo>
                  <a:pt x="132112" y="2035607"/>
                </a:lnTo>
                <a:lnTo>
                  <a:pt x="132112" y="2360755"/>
                </a:lnTo>
                <a:lnTo>
                  <a:pt x="132112" y="2684758"/>
                </a:lnTo>
                <a:lnTo>
                  <a:pt x="132112" y="3008760"/>
                </a:lnTo>
                <a:lnTo>
                  <a:pt x="132112" y="3201101"/>
                </a:lnTo>
                <a:lnTo>
                  <a:pt x="132112" y="3392297"/>
                </a:lnTo>
                <a:lnTo>
                  <a:pt x="132112" y="3717445"/>
                </a:lnTo>
                <a:lnTo>
                  <a:pt x="132112" y="4041447"/>
                </a:lnTo>
                <a:lnTo>
                  <a:pt x="132112" y="4366595"/>
                </a:lnTo>
                <a:lnTo>
                  <a:pt x="132112" y="4690598"/>
                </a:lnTo>
                <a:lnTo>
                  <a:pt x="132112" y="5015745"/>
                </a:lnTo>
                <a:lnTo>
                  <a:pt x="132112" y="5429049"/>
                </a:lnTo>
                <a:lnTo>
                  <a:pt x="132112" y="5620245"/>
                </a:lnTo>
                <a:lnTo>
                  <a:pt x="132112" y="6033549"/>
                </a:lnTo>
                <a:lnTo>
                  <a:pt x="132112" y="6446853"/>
                </a:lnTo>
                <a:lnTo>
                  <a:pt x="132112" y="6549893"/>
                </a:lnTo>
                <a:lnTo>
                  <a:pt x="132112" y="6741088"/>
                </a:lnTo>
                <a:lnTo>
                  <a:pt x="132112" y="7597463"/>
                </a:lnTo>
                <a:lnTo>
                  <a:pt x="132112" y="8452693"/>
                </a:lnTo>
                <a:lnTo>
                  <a:pt x="132112" y="8643889"/>
                </a:lnTo>
                <a:lnTo>
                  <a:pt x="132112" y="8969037"/>
                </a:lnTo>
                <a:lnTo>
                  <a:pt x="132112" y="9293039"/>
                </a:lnTo>
                <a:lnTo>
                  <a:pt x="132112" y="9485380"/>
                </a:lnTo>
                <a:lnTo>
                  <a:pt x="132112" y="9986840"/>
                </a:lnTo>
                <a:lnTo>
                  <a:pt x="132112" y="10400144"/>
                </a:lnTo>
                <a:lnTo>
                  <a:pt x="132112" y="10503184"/>
                </a:lnTo>
                <a:lnTo>
                  <a:pt x="132112" y="10827186"/>
                </a:lnTo>
                <a:lnTo>
                  <a:pt x="132112" y="11152334"/>
                </a:lnTo>
                <a:lnTo>
                  <a:pt x="132112" y="11255374"/>
                </a:lnTo>
                <a:lnTo>
                  <a:pt x="132112" y="11358414"/>
                </a:lnTo>
                <a:lnTo>
                  <a:pt x="0" y="1144886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46360651" y="1457896"/>
            <a:ext cx="815721" cy="11594402"/>
          </a:xfrm>
          <a:custGeom>
            <a:avLst/>
            <a:gdLst/>
            <a:ahLst/>
            <a:cxnLst/>
            <a:rect l="l" t="t" r="r" b="b"/>
            <a:pathLst>
              <a:path w="815721" h="11594402">
                <a:moveTo>
                  <a:pt x="815721" y="0"/>
                </a:moveTo>
                <a:lnTo>
                  <a:pt x="815721" y="103190"/>
                </a:lnTo>
                <a:lnTo>
                  <a:pt x="815721" y="206380"/>
                </a:lnTo>
                <a:lnTo>
                  <a:pt x="815721" y="531024"/>
                </a:lnTo>
                <a:lnTo>
                  <a:pt x="815721" y="855667"/>
                </a:lnTo>
                <a:lnTo>
                  <a:pt x="815721" y="958857"/>
                </a:lnTo>
                <a:lnTo>
                  <a:pt x="815721" y="1062047"/>
                </a:lnTo>
                <a:lnTo>
                  <a:pt x="815721" y="1386690"/>
                </a:lnTo>
                <a:lnTo>
                  <a:pt x="815721" y="1711334"/>
                </a:lnTo>
                <a:lnTo>
                  <a:pt x="815721" y="2035977"/>
                </a:lnTo>
                <a:lnTo>
                  <a:pt x="815721" y="2360620"/>
                </a:lnTo>
                <a:lnTo>
                  <a:pt x="815721" y="2685263"/>
                </a:lnTo>
                <a:lnTo>
                  <a:pt x="815721" y="3008747"/>
                </a:lnTo>
                <a:lnTo>
                  <a:pt x="815721" y="3201214"/>
                </a:lnTo>
                <a:lnTo>
                  <a:pt x="815721" y="3392522"/>
                </a:lnTo>
                <a:lnTo>
                  <a:pt x="815721" y="3717165"/>
                </a:lnTo>
                <a:lnTo>
                  <a:pt x="815721" y="4041808"/>
                </a:lnTo>
                <a:lnTo>
                  <a:pt x="815721" y="4366452"/>
                </a:lnTo>
                <a:lnTo>
                  <a:pt x="815721" y="4691095"/>
                </a:lnTo>
                <a:lnTo>
                  <a:pt x="815721" y="5015738"/>
                </a:lnTo>
                <a:lnTo>
                  <a:pt x="815721" y="5428499"/>
                </a:lnTo>
                <a:lnTo>
                  <a:pt x="815721" y="5619806"/>
                </a:lnTo>
                <a:lnTo>
                  <a:pt x="815721" y="6033727"/>
                </a:lnTo>
                <a:lnTo>
                  <a:pt x="815721" y="6446487"/>
                </a:lnTo>
                <a:lnTo>
                  <a:pt x="815721" y="6549677"/>
                </a:lnTo>
                <a:lnTo>
                  <a:pt x="815721" y="6740985"/>
                </a:lnTo>
                <a:lnTo>
                  <a:pt x="815721" y="7596652"/>
                </a:lnTo>
                <a:lnTo>
                  <a:pt x="815721" y="8452319"/>
                </a:lnTo>
                <a:lnTo>
                  <a:pt x="815721" y="8644786"/>
                </a:lnTo>
                <a:lnTo>
                  <a:pt x="815721" y="8969429"/>
                </a:lnTo>
                <a:lnTo>
                  <a:pt x="815721" y="9292913"/>
                </a:lnTo>
                <a:lnTo>
                  <a:pt x="815721" y="9485380"/>
                </a:lnTo>
                <a:lnTo>
                  <a:pt x="815721" y="9986258"/>
                </a:lnTo>
                <a:lnTo>
                  <a:pt x="815721" y="10400178"/>
                </a:lnTo>
                <a:lnTo>
                  <a:pt x="815721" y="10503368"/>
                </a:lnTo>
                <a:lnTo>
                  <a:pt x="815721" y="10828012"/>
                </a:lnTo>
                <a:lnTo>
                  <a:pt x="815721" y="11152655"/>
                </a:lnTo>
                <a:lnTo>
                  <a:pt x="815721" y="11255845"/>
                </a:lnTo>
                <a:lnTo>
                  <a:pt x="815721" y="11359035"/>
                </a:lnTo>
                <a:lnTo>
                  <a:pt x="0" y="1159440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4423147" y="1457896"/>
            <a:ext cx="12126087" cy="11885200"/>
          </a:xfrm>
          <a:custGeom>
            <a:avLst/>
            <a:gdLst/>
            <a:ahLst/>
            <a:cxnLst/>
            <a:rect l="l" t="t" r="r" b="b"/>
            <a:pathLst>
              <a:path w="12126087" h="11885200">
                <a:moveTo>
                  <a:pt x="11941771" y="0"/>
                </a:moveTo>
                <a:lnTo>
                  <a:pt x="12126087" y="103401"/>
                </a:lnTo>
                <a:lnTo>
                  <a:pt x="12126087" y="206802"/>
                </a:lnTo>
                <a:lnTo>
                  <a:pt x="12126087" y="531268"/>
                </a:lnTo>
                <a:lnTo>
                  <a:pt x="12126087" y="855734"/>
                </a:lnTo>
                <a:lnTo>
                  <a:pt x="12126087" y="959136"/>
                </a:lnTo>
                <a:lnTo>
                  <a:pt x="12126087" y="1062537"/>
                </a:lnTo>
                <a:lnTo>
                  <a:pt x="12126087" y="1387003"/>
                </a:lnTo>
                <a:lnTo>
                  <a:pt x="12126087" y="1711469"/>
                </a:lnTo>
                <a:lnTo>
                  <a:pt x="12126087" y="2035935"/>
                </a:lnTo>
                <a:lnTo>
                  <a:pt x="12126087" y="2360401"/>
                </a:lnTo>
                <a:lnTo>
                  <a:pt x="12126087" y="2684867"/>
                </a:lnTo>
                <a:lnTo>
                  <a:pt x="12126087" y="3009333"/>
                </a:lnTo>
                <a:lnTo>
                  <a:pt x="12126087" y="3200684"/>
                </a:lnTo>
                <a:lnTo>
                  <a:pt x="12126087" y="3393225"/>
                </a:lnTo>
                <a:lnTo>
                  <a:pt x="12126087" y="3717690"/>
                </a:lnTo>
                <a:lnTo>
                  <a:pt x="12126087" y="4042156"/>
                </a:lnTo>
                <a:lnTo>
                  <a:pt x="12126087" y="4366622"/>
                </a:lnTo>
                <a:lnTo>
                  <a:pt x="12126087" y="4691088"/>
                </a:lnTo>
                <a:lnTo>
                  <a:pt x="12126087" y="5015554"/>
                </a:lnTo>
                <a:lnTo>
                  <a:pt x="12126087" y="5427971"/>
                </a:lnTo>
                <a:lnTo>
                  <a:pt x="12126087" y="5620511"/>
                </a:lnTo>
                <a:lnTo>
                  <a:pt x="12126087" y="6032927"/>
                </a:lnTo>
                <a:lnTo>
                  <a:pt x="12126087" y="6446532"/>
                </a:lnTo>
                <a:lnTo>
                  <a:pt x="12126087" y="6549934"/>
                </a:lnTo>
                <a:lnTo>
                  <a:pt x="12126087" y="6741285"/>
                </a:lnTo>
                <a:lnTo>
                  <a:pt x="12126087" y="7597020"/>
                </a:lnTo>
                <a:lnTo>
                  <a:pt x="12126087" y="8452754"/>
                </a:lnTo>
                <a:lnTo>
                  <a:pt x="12126087" y="8644106"/>
                </a:lnTo>
                <a:lnTo>
                  <a:pt x="12126087" y="8968572"/>
                </a:lnTo>
                <a:lnTo>
                  <a:pt x="12126087" y="9293038"/>
                </a:lnTo>
                <a:lnTo>
                  <a:pt x="12126087" y="9485578"/>
                </a:lnTo>
                <a:lnTo>
                  <a:pt x="12126087" y="9987133"/>
                </a:lnTo>
                <a:lnTo>
                  <a:pt x="12126087" y="10399550"/>
                </a:lnTo>
                <a:lnTo>
                  <a:pt x="12126087" y="10502951"/>
                </a:lnTo>
                <a:lnTo>
                  <a:pt x="12126087" y="10827417"/>
                </a:lnTo>
                <a:lnTo>
                  <a:pt x="12126087" y="11151883"/>
                </a:lnTo>
                <a:lnTo>
                  <a:pt x="12126087" y="11255284"/>
                </a:lnTo>
                <a:lnTo>
                  <a:pt x="12126087" y="11358685"/>
                </a:lnTo>
                <a:lnTo>
                  <a:pt x="0" y="1188520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4421528" y="1457896"/>
            <a:ext cx="13133165" cy="11888438"/>
          </a:xfrm>
          <a:custGeom>
            <a:avLst/>
            <a:gdLst/>
            <a:ahLst/>
            <a:cxnLst/>
            <a:rect l="l" t="t" r="r" b="b"/>
            <a:pathLst>
              <a:path w="13133165" h="11888438">
                <a:moveTo>
                  <a:pt x="13043860" y="0"/>
                </a:moveTo>
                <a:lnTo>
                  <a:pt x="13133165" y="103429"/>
                </a:lnTo>
                <a:lnTo>
                  <a:pt x="13133165" y="206859"/>
                </a:lnTo>
                <a:lnTo>
                  <a:pt x="13133165" y="531413"/>
                </a:lnTo>
                <a:lnTo>
                  <a:pt x="13133165" y="855968"/>
                </a:lnTo>
                <a:lnTo>
                  <a:pt x="13133165" y="959397"/>
                </a:lnTo>
                <a:lnTo>
                  <a:pt x="13133165" y="1061638"/>
                </a:lnTo>
                <a:lnTo>
                  <a:pt x="13133165" y="1386192"/>
                </a:lnTo>
                <a:lnTo>
                  <a:pt x="13133165" y="1710746"/>
                </a:lnTo>
                <a:lnTo>
                  <a:pt x="13133165" y="2035301"/>
                </a:lnTo>
                <a:lnTo>
                  <a:pt x="13133165" y="2359855"/>
                </a:lnTo>
                <a:lnTo>
                  <a:pt x="13133165" y="2684409"/>
                </a:lnTo>
                <a:lnTo>
                  <a:pt x="13133165" y="3008964"/>
                </a:lnTo>
                <a:lnTo>
                  <a:pt x="13133165" y="3201556"/>
                </a:lnTo>
                <a:lnTo>
                  <a:pt x="13133165" y="3392960"/>
                </a:lnTo>
                <a:lnTo>
                  <a:pt x="13133165" y="3717515"/>
                </a:lnTo>
                <a:lnTo>
                  <a:pt x="13133165" y="4042069"/>
                </a:lnTo>
                <a:lnTo>
                  <a:pt x="13133165" y="4366623"/>
                </a:lnTo>
                <a:lnTo>
                  <a:pt x="13133165" y="4691178"/>
                </a:lnTo>
                <a:lnTo>
                  <a:pt x="13133165" y="5015732"/>
                </a:lnTo>
                <a:lnTo>
                  <a:pt x="13133165" y="5428261"/>
                </a:lnTo>
                <a:lnTo>
                  <a:pt x="13133165" y="5620854"/>
                </a:lnTo>
                <a:lnTo>
                  <a:pt x="13133165" y="6033382"/>
                </a:lnTo>
                <a:lnTo>
                  <a:pt x="13133165" y="6445911"/>
                </a:lnTo>
                <a:lnTo>
                  <a:pt x="13133165" y="6549341"/>
                </a:lnTo>
                <a:lnTo>
                  <a:pt x="13133165" y="6741933"/>
                </a:lnTo>
                <a:lnTo>
                  <a:pt x="13133165" y="7596712"/>
                </a:lnTo>
                <a:lnTo>
                  <a:pt x="13133165" y="8452680"/>
                </a:lnTo>
                <a:lnTo>
                  <a:pt x="13133165" y="8644083"/>
                </a:lnTo>
                <a:lnTo>
                  <a:pt x="13133165" y="8968638"/>
                </a:lnTo>
                <a:lnTo>
                  <a:pt x="13133165" y="9293192"/>
                </a:lnTo>
                <a:lnTo>
                  <a:pt x="13133165" y="9484596"/>
                </a:lnTo>
                <a:lnTo>
                  <a:pt x="13133165" y="9986288"/>
                </a:lnTo>
                <a:lnTo>
                  <a:pt x="13133165" y="10400006"/>
                </a:lnTo>
                <a:lnTo>
                  <a:pt x="13133165" y="10503435"/>
                </a:lnTo>
                <a:lnTo>
                  <a:pt x="13133165" y="10827990"/>
                </a:lnTo>
                <a:lnTo>
                  <a:pt x="13133165" y="11152544"/>
                </a:lnTo>
                <a:lnTo>
                  <a:pt x="13133165" y="11254784"/>
                </a:lnTo>
                <a:lnTo>
                  <a:pt x="13133165" y="11358214"/>
                </a:lnTo>
                <a:lnTo>
                  <a:pt x="0" y="11888438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741997" y="2210181"/>
            <a:ext cx="30549342" cy="11152632"/>
          </a:xfrm>
          <a:custGeom>
            <a:avLst/>
            <a:gdLst/>
            <a:ahLst/>
            <a:cxnLst/>
            <a:rect l="l" t="t" r="r" b="b"/>
            <a:pathLst>
              <a:path w="30549342" h="11152632">
                <a:moveTo>
                  <a:pt x="30549342" y="0"/>
                </a:moveTo>
                <a:lnTo>
                  <a:pt x="30549342" y="103719"/>
                </a:lnTo>
                <a:lnTo>
                  <a:pt x="30549342" y="206323"/>
                </a:lnTo>
                <a:lnTo>
                  <a:pt x="21937482" y="310043"/>
                </a:lnTo>
                <a:lnTo>
                  <a:pt x="21937482" y="634584"/>
                </a:lnTo>
                <a:lnTo>
                  <a:pt x="21937482" y="959126"/>
                </a:lnTo>
                <a:lnTo>
                  <a:pt x="21937482" y="1283667"/>
                </a:lnTo>
                <a:lnTo>
                  <a:pt x="21937482" y="1608209"/>
                </a:lnTo>
                <a:lnTo>
                  <a:pt x="21937482" y="1932751"/>
                </a:lnTo>
                <a:lnTo>
                  <a:pt x="21937482" y="2257292"/>
                </a:lnTo>
                <a:lnTo>
                  <a:pt x="21937482" y="2449117"/>
                </a:lnTo>
                <a:lnTo>
                  <a:pt x="21937482" y="2640943"/>
                </a:lnTo>
                <a:lnTo>
                  <a:pt x="21937482" y="2965484"/>
                </a:lnTo>
                <a:lnTo>
                  <a:pt x="21937482" y="3290026"/>
                </a:lnTo>
                <a:lnTo>
                  <a:pt x="21937482" y="3614568"/>
                </a:lnTo>
                <a:lnTo>
                  <a:pt x="21937482" y="3939109"/>
                </a:lnTo>
                <a:lnTo>
                  <a:pt x="21937482" y="4263651"/>
                </a:lnTo>
                <a:lnTo>
                  <a:pt x="21937482" y="4676298"/>
                </a:lnTo>
                <a:lnTo>
                  <a:pt x="21937482" y="4868123"/>
                </a:lnTo>
                <a:lnTo>
                  <a:pt x="10157656" y="5280771"/>
                </a:lnTo>
                <a:lnTo>
                  <a:pt x="10157656" y="5694533"/>
                </a:lnTo>
                <a:lnTo>
                  <a:pt x="10157656" y="5797138"/>
                </a:lnTo>
                <a:lnTo>
                  <a:pt x="10157656" y="5988963"/>
                </a:lnTo>
                <a:lnTo>
                  <a:pt x="10157656" y="6844370"/>
                </a:lnTo>
                <a:lnTo>
                  <a:pt x="10157656" y="7699777"/>
                </a:lnTo>
                <a:lnTo>
                  <a:pt x="10157656" y="7891602"/>
                </a:lnTo>
                <a:lnTo>
                  <a:pt x="10157656" y="8216143"/>
                </a:lnTo>
                <a:lnTo>
                  <a:pt x="10157656" y="8540685"/>
                </a:lnTo>
                <a:lnTo>
                  <a:pt x="10157656" y="8732510"/>
                </a:lnTo>
                <a:lnTo>
                  <a:pt x="10157656" y="9234379"/>
                </a:lnTo>
                <a:lnTo>
                  <a:pt x="0" y="9647026"/>
                </a:lnTo>
                <a:lnTo>
                  <a:pt x="0" y="9750746"/>
                </a:lnTo>
                <a:lnTo>
                  <a:pt x="0" y="10075287"/>
                </a:lnTo>
                <a:lnTo>
                  <a:pt x="0" y="10399829"/>
                </a:lnTo>
                <a:lnTo>
                  <a:pt x="0" y="10503548"/>
                </a:lnTo>
                <a:lnTo>
                  <a:pt x="0" y="10606153"/>
                </a:lnTo>
                <a:lnTo>
                  <a:pt x="21628934" y="1115263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1047190" y="2210181"/>
            <a:ext cx="21660231" cy="11131867"/>
          </a:xfrm>
          <a:custGeom>
            <a:avLst/>
            <a:gdLst/>
            <a:ahLst/>
            <a:cxnLst/>
            <a:rect l="l" t="t" r="r" b="b"/>
            <a:pathLst>
              <a:path w="21660231" h="11131867">
                <a:moveTo>
                  <a:pt x="21660231" y="0"/>
                </a:moveTo>
                <a:lnTo>
                  <a:pt x="21660231" y="103526"/>
                </a:lnTo>
                <a:lnTo>
                  <a:pt x="21660231" y="207052"/>
                </a:lnTo>
                <a:lnTo>
                  <a:pt x="11778833" y="309465"/>
                </a:lnTo>
                <a:lnTo>
                  <a:pt x="11778833" y="634516"/>
                </a:lnTo>
                <a:lnTo>
                  <a:pt x="11778833" y="958453"/>
                </a:lnTo>
                <a:lnTo>
                  <a:pt x="11778833" y="1283504"/>
                </a:lnTo>
                <a:lnTo>
                  <a:pt x="11778833" y="1607441"/>
                </a:lnTo>
                <a:lnTo>
                  <a:pt x="11778833" y="1932492"/>
                </a:lnTo>
                <a:lnTo>
                  <a:pt x="11778833" y="2256429"/>
                </a:lnTo>
                <a:lnTo>
                  <a:pt x="11778833" y="2449010"/>
                </a:lnTo>
                <a:lnTo>
                  <a:pt x="11778833" y="2640478"/>
                </a:lnTo>
                <a:lnTo>
                  <a:pt x="11778833" y="2965529"/>
                </a:lnTo>
                <a:lnTo>
                  <a:pt x="11778833" y="3289466"/>
                </a:lnTo>
                <a:lnTo>
                  <a:pt x="11778833" y="3614517"/>
                </a:lnTo>
                <a:lnTo>
                  <a:pt x="11778833" y="3938454"/>
                </a:lnTo>
                <a:lnTo>
                  <a:pt x="11778833" y="4263505"/>
                </a:lnTo>
                <a:lnTo>
                  <a:pt x="11778833" y="4676497"/>
                </a:lnTo>
                <a:lnTo>
                  <a:pt x="11778833" y="4867965"/>
                </a:lnTo>
                <a:lnTo>
                  <a:pt x="0" y="5280957"/>
                </a:lnTo>
                <a:lnTo>
                  <a:pt x="0" y="5693950"/>
                </a:lnTo>
                <a:lnTo>
                  <a:pt x="0" y="5797476"/>
                </a:lnTo>
                <a:lnTo>
                  <a:pt x="0" y="5988944"/>
                </a:lnTo>
                <a:lnTo>
                  <a:pt x="0" y="6844985"/>
                </a:lnTo>
                <a:lnTo>
                  <a:pt x="0" y="7699912"/>
                </a:lnTo>
                <a:lnTo>
                  <a:pt x="0" y="7892494"/>
                </a:lnTo>
                <a:lnTo>
                  <a:pt x="0" y="8216431"/>
                </a:lnTo>
                <a:lnTo>
                  <a:pt x="0" y="8541481"/>
                </a:lnTo>
                <a:lnTo>
                  <a:pt x="0" y="8732950"/>
                </a:lnTo>
                <a:lnTo>
                  <a:pt x="0" y="9233884"/>
                </a:lnTo>
                <a:lnTo>
                  <a:pt x="0" y="9647989"/>
                </a:lnTo>
                <a:lnTo>
                  <a:pt x="0" y="9750402"/>
                </a:lnTo>
                <a:lnTo>
                  <a:pt x="0" y="10075453"/>
                </a:lnTo>
                <a:lnTo>
                  <a:pt x="0" y="10399390"/>
                </a:lnTo>
                <a:lnTo>
                  <a:pt x="0" y="10502916"/>
                </a:lnTo>
                <a:lnTo>
                  <a:pt x="0" y="10606443"/>
                </a:lnTo>
                <a:lnTo>
                  <a:pt x="11332633" y="1113186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1194732" y="2210181"/>
            <a:ext cx="22936391" cy="11131296"/>
          </a:xfrm>
          <a:custGeom>
            <a:avLst/>
            <a:gdLst/>
            <a:ahLst/>
            <a:cxnLst/>
            <a:rect l="l" t="t" r="r" b="b"/>
            <a:pathLst>
              <a:path w="22936391" h="11131296">
                <a:moveTo>
                  <a:pt x="22936391" y="0"/>
                </a:moveTo>
                <a:lnTo>
                  <a:pt x="22936391" y="103521"/>
                </a:lnTo>
                <a:lnTo>
                  <a:pt x="22936391" y="207042"/>
                </a:lnTo>
                <a:lnTo>
                  <a:pt x="11777837" y="309450"/>
                </a:lnTo>
                <a:lnTo>
                  <a:pt x="11777837" y="634483"/>
                </a:lnTo>
                <a:lnTo>
                  <a:pt x="11777837" y="958404"/>
                </a:lnTo>
                <a:lnTo>
                  <a:pt x="11777837" y="1283438"/>
                </a:lnTo>
                <a:lnTo>
                  <a:pt x="11777837" y="1607359"/>
                </a:lnTo>
                <a:lnTo>
                  <a:pt x="11777837" y="1932392"/>
                </a:lnTo>
                <a:lnTo>
                  <a:pt x="11777837" y="2257426"/>
                </a:lnTo>
                <a:lnTo>
                  <a:pt x="11777837" y="2448885"/>
                </a:lnTo>
                <a:lnTo>
                  <a:pt x="11777837" y="2640343"/>
                </a:lnTo>
                <a:lnTo>
                  <a:pt x="11777837" y="2965377"/>
                </a:lnTo>
                <a:lnTo>
                  <a:pt x="11777837" y="3289297"/>
                </a:lnTo>
                <a:lnTo>
                  <a:pt x="11777837" y="3614331"/>
                </a:lnTo>
                <a:lnTo>
                  <a:pt x="11777837" y="3938252"/>
                </a:lnTo>
                <a:lnTo>
                  <a:pt x="11777837" y="4263286"/>
                </a:lnTo>
                <a:lnTo>
                  <a:pt x="11777837" y="4676257"/>
                </a:lnTo>
                <a:lnTo>
                  <a:pt x="11777837" y="4867715"/>
                </a:lnTo>
                <a:lnTo>
                  <a:pt x="0" y="5280686"/>
                </a:lnTo>
                <a:lnTo>
                  <a:pt x="0" y="5693657"/>
                </a:lnTo>
                <a:lnTo>
                  <a:pt x="0" y="5797178"/>
                </a:lnTo>
                <a:lnTo>
                  <a:pt x="0" y="5988637"/>
                </a:lnTo>
                <a:lnTo>
                  <a:pt x="0" y="6844633"/>
                </a:lnTo>
                <a:lnTo>
                  <a:pt x="0" y="7700630"/>
                </a:lnTo>
                <a:lnTo>
                  <a:pt x="0" y="7892088"/>
                </a:lnTo>
                <a:lnTo>
                  <a:pt x="0" y="8216009"/>
                </a:lnTo>
                <a:lnTo>
                  <a:pt x="0" y="8541043"/>
                </a:lnTo>
                <a:lnTo>
                  <a:pt x="0" y="8732501"/>
                </a:lnTo>
                <a:lnTo>
                  <a:pt x="0" y="9234523"/>
                </a:lnTo>
                <a:lnTo>
                  <a:pt x="0" y="9647494"/>
                </a:lnTo>
                <a:lnTo>
                  <a:pt x="0" y="9751015"/>
                </a:lnTo>
                <a:lnTo>
                  <a:pt x="0" y="10074936"/>
                </a:lnTo>
                <a:lnTo>
                  <a:pt x="0" y="10399969"/>
                </a:lnTo>
                <a:lnTo>
                  <a:pt x="0" y="10503490"/>
                </a:lnTo>
                <a:lnTo>
                  <a:pt x="0" y="10605898"/>
                </a:lnTo>
                <a:lnTo>
                  <a:pt x="11186078" y="1113129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4424862" y="2210181"/>
            <a:ext cx="11142535" cy="11129200"/>
          </a:xfrm>
          <a:custGeom>
            <a:avLst/>
            <a:gdLst/>
            <a:ahLst/>
            <a:cxnLst/>
            <a:rect l="l" t="t" r="r" b="b"/>
            <a:pathLst>
              <a:path w="11142535" h="11129200">
                <a:moveTo>
                  <a:pt x="11142535" y="0"/>
                </a:moveTo>
                <a:lnTo>
                  <a:pt x="11142535" y="103501"/>
                </a:lnTo>
                <a:lnTo>
                  <a:pt x="11142535" y="207003"/>
                </a:lnTo>
                <a:lnTo>
                  <a:pt x="11142535" y="309391"/>
                </a:lnTo>
                <a:lnTo>
                  <a:pt x="11142535" y="634364"/>
                </a:lnTo>
                <a:lnTo>
                  <a:pt x="11142535" y="959337"/>
                </a:lnTo>
                <a:lnTo>
                  <a:pt x="11142535" y="1283196"/>
                </a:lnTo>
                <a:lnTo>
                  <a:pt x="11142535" y="1608169"/>
                </a:lnTo>
                <a:lnTo>
                  <a:pt x="11142535" y="1932029"/>
                </a:lnTo>
                <a:lnTo>
                  <a:pt x="11142535" y="2257001"/>
                </a:lnTo>
                <a:lnTo>
                  <a:pt x="11142535" y="2448424"/>
                </a:lnTo>
                <a:lnTo>
                  <a:pt x="11142535" y="2640959"/>
                </a:lnTo>
                <a:lnTo>
                  <a:pt x="11142535" y="2964819"/>
                </a:lnTo>
                <a:lnTo>
                  <a:pt x="11142535" y="3289791"/>
                </a:lnTo>
                <a:lnTo>
                  <a:pt x="11142535" y="3613651"/>
                </a:lnTo>
                <a:lnTo>
                  <a:pt x="11142535" y="3938624"/>
                </a:lnTo>
                <a:lnTo>
                  <a:pt x="11142535" y="4263596"/>
                </a:lnTo>
                <a:lnTo>
                  <a:pt x="11142535" y="4676490"/>
                </a:lnTo>
                <a:lnTo>
                  <a:pt x="11142535" y="4867912"/>
                </a:lnTo>
                <a:lnTo>
                  <a:pt x="11142535" y="5280805"/>
                </a:lnTo>
                <a:lnTo>
                  <a:pt x="11142535" y="5693698"/>
                </a:lnTo>
                <a:lnTo>
                  <a:pt x="11142535" y="5797200"/>
                </a:lnTo>
                <a:lnTo>
                  <a:pt x="11142535" y="5988622"/>
                </a:lnTo>
                <a:lnTo>
                  <a:pt x="11142535" y="6844458"/>
                </a:lnTo>
                <a:lnTo>
                  <a:pt x="11142535" y="7700293"/>
                </a:lnTo>
                <a:lnTo>
                  <a:pt x="11142535" y="7891716"/>
                </a:lnTo>
                <a:lnTo>
                  <a:pt x="11142535" y="8216688"/>
                </a:lnTo>
                <a:lnTo>
                  <a:pt x="11142535" y="8540548"/>
                </a:lnTo>
                <a:lnTo>
                  <a:pt x="11142535" y="8733083"/>
                </a:lnTo>
                <a:lnTo>
                  <a:pt x="11142535" y="9233897"/>
                </a:lnTo>
                <a:lnTo>
                  <a:pt x="11142535" y="9647903"/>
                </a:lnTo>
                <a:lnTo>
                  <a:pt x="11142535" y="9750292"/>
                </a:lnTo>
                <a:lnTo>
                  <a:pt x="11142535" y="10075265"/>
                </a:lnTo>
                <a:lnTo>
                  <a:pt x="11142535" y="10400237"/>
                </a:lnTo>
                <a:lnTo>
                  <a:pt x="11142535" y="10502626"/>
                </a:lnTo>
                <a:lnTo>
                  <a:pt x="11142535" y="10606128"/>
                </a:lnTo>
                <a:lnTo>
                  <a:pt x="0" y="1112920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4675441" y="12506706"/>
            <a:ext cx="322802" cy="575024"/>
          </a:xfrm>
          <a:custGeom>
            <a:avLst/>
            <a:gdLst/>
            <a:ahLst/>
            <a:cxnLst/>
            <a:rect l="l" t="t" r="r" b="b"/>
            <a:pathLst>
              <a:path w="322802" h="575024">
                <a:moveTo>
                  <a:pt x="322802" y="0"/>
                </a:moveTo>
                <a:lnTo>
                  <a:pt x="322802" y="103274"/>
                </a:lnTo>
                <a:lnTo>
                  <a:pt x="322802" y="206548"/>
                </a:lnTo>
                <a:lnTo>
                  <a:pt x="322802" y="309765"/>
                </a:lnTo>
                <a:lnTo>
                  <a:pt x="0" y="57502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647688" y="12506706"/>
            <a:ext cx="322802" cy="575024"/>
          </a:xfrm>
          <a:custGeom>
            <a:avLst/>
            <a:gdLst/>
            <a:ahLst/>
            <a:cxnLst/>
            <a:rect l="l" t="t" r="r" b="b"/>
            <a:pathLst>
              <a:path w="322802" h="575024">
                <a:moveTo>
                  <a:pt x="322802" y="0"/>
                </a:moveTo>
                <a:lnTo>
                  <a:pt x="322802" y="103274"/>
                </a:lnTo>
                <a:lnTo>
                  <a:pt x="322802" y="206548"/>
                </a:lnTo>
                <a:lnTo>
                  <a:pt x="322802" y="309765"/>
                </a:lnTo>
                <a:lnTo>
                  <a:pt x="0" y="57502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160746" y="7800975"/>
            <a:ext cx="191167" cy="5275707"/>
          </a:xfrm>
          <a:custGeom>
            <a:avLst/>
            <a:gdLst/>
            <a:ahLst/>
            <a:cxnLst/>
            <a:rect l="l" t="t" r="r" b="b"/>
            <a:pathLst>
              <a:path w="191167" h="5275707">
                <a:moveTo>
                  <a:pt x="97915" y="0"/>
                </a:moveTo>
                <a:lnTo>
                  <a:pt x="191167" y="103403"/>
                </a:lnTo>
                <a:lnTo>
                  <a:pt x="191167" y="206280"/>
                </a:lnTo>
                <a:lnTo>
                  <a:pt x="191167" y="398315"/>
                </a:lnTo>
                <a:lnTo>
                  <a:pt x="191167" y="1254035"/>
                </a:lnTo>
                <a:lnTo>
                  <a:pt x="191167" y="2109227"/>
                </a:lnTo>
                <a:lnTo>
                  <a:pt x="191167" y="2301263"/>
                </a:lnTo>
                <a:lnTo>
                  <a:pt x="191167" y="2625719"/>
                </a:lnTo>
                <a:lnTo>
                  <a:pt x="191167" y="2950175"/>
                </a:lnTo>
                <a:lnTo>
                  <a:pt x="191167" y="3142211"/>
                </a:lnTo>
                <a:lnTo>
                  <a:pt x="191167" y="3643403"/>
                </a:lnTo>
                <a:lnTo>
                  <a:pt x="191167" y="4056491"/>
                </a:lnTo>
                <a:lnTo>
                  <a:pt x="191167" y="4159894"/>
                </a:lnTo>
                <a:lnTo>
                  <a:pt x="191167" y="4484350"/>
                </a:lnTo>
                <a:lnTo>
                  <a:pt x="191167" y="4808806"/>
                </a:lnTo>
                <a:lnTo>
                  <a:pt x="191167" y="4912210"/>
                </a:lnTo>
                <a:lnTo>
                  <a:pt x="191167" y="5015614"/>
                </a:lnTo>
                <a:lnTo>
                  <a:pt x="0" y="527570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15266" y="7551610"/>
            <a:ext cx="6577394" cy="1337882"/>
          </a:xfrm>
          <a:custGeom>
            <a:avLst/>
            <a:gdLst/>
            <a:ahLst/>
            <a:cxnLst/>
            <a:rect l="l" t="t" r="r" b="b"/>
            <a:pathLst>
              <a:path w="6577394" h="1337882">
                <a:moveTo>
                  <a:pt x="0" y="0"/>
                </a:moveTo>
                <a:lnTo>
                  <a:pt x="3129524" y="352666"/>
                </a:lnTo>
                <a:lnTo>
                  <a:pt x="3129524" y="455816"/>
                </a:lnTo>
                <a:lnTo>
                  <a:pt x="3129524" y="647668"/>
                </a:lnTo>
                <a:lnTo>
                  <a:pt x="6577394" y="133788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32393667" y="13952315"/>
            <a:ext cx="0" cy="206502"/>
          </a:xfrm>
          <a:prstGeom prst="line">
            <a:avLst/>
          </a:prstGeom>
          <a:ln w="1270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4365807" y="1103852"/>
            <a:ext cx="660749" cy="265557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230 kV in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104536" y="1767649"/>
            <a:ext cx="1183481" cy="442531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Line bay
SA·DS·CB·CT·VT·ES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422832" y="2623185"/>
            <a:ext cx="1279112" cy="442531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HV bus
double bus + coupler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675018" y="3272313"/>
            <a:ext cx="784097" cy="442531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Xfmr bay
CT/CB (HV)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719655" y="3921347"/>
            <a:ext cx="1633251" cy="442531"/>
          </a:xfrm>
          <a:prstGeom prst="rect">
            <a:avLst/>
          </a:prstGeom>
          <a:solidFill>
            <a:srgbClr val="FDE68A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Power xfmr
230/69 kV · 100 MVA · OLTC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629834" y="4953952"/>
            <a:ext cx="748188" cy="442531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LV side
CB/CT (LV)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967180" y="5602986"/>
            <a:ext cx="1279112" cy="442531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MV bus
double bus + coupler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224069" y="6252114"/>
            <a:ext cx="765238" cy="442531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Feeder bay
CT·CB·DS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443209" y="7358443"/>
            <a:ext cx="1476375" cy="265557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69 kV out → distribution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283451" y="1015269"/>
            <a:ext cx="625506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DGA
oil gases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071359" y="1015269"/>
            <a:ext cx="1229677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PD
UHF+acoustic+HFCT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0463247" y="1015269"/>
            <a:ext cx="788003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Bushing tap
C · tan 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413652" y="1015269"/>
            <a:ext cx="757237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Vibration /
acoustic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333005" y="1015269"/>
            <a:ext cx="1077087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Top-oil + winding
RTD · FBG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3572398" y="1103852"/>
            <a:ext cx="894302" cy="265557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OLTC monitor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4629006" y="1103852"/>
            <a:ext cx="774192" cy="265557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SF6 density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565409" y="1015269"/>
            <a:ext cx="976122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Station battery
V · IR · ripple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703837" y="1015269"/>
            <a:ext cx="944975" cy="44253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Ctrl-house env
T · RH · door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5377659" y="1015269"/>
            <a:ext cx="1185195" cy="442531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IP dome / PTZ
PoE · ONVIF / RTSP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725161" y="1015269"/>
            <a:ext cx="1101090" cy="442531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Thermal IR cam
ONVIF + GenICam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0675643" y="1767649"/>
            <a:ext cx="1231296" cy="442531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Fence-line intrusion
fiber / piezo cable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69151" y="1767649"/>
            <a:ext cx="1276350" cy="442531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Gate access reader
RFID · OSDP (RS-485)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3507807" y="1767649"/>
            <a:ext cx="1246632" cy="442531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Door / window +
motion PIR · tamper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916745" y="1767649"/>
            <a:ext cx="1301591" cy="442531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Local NVR / VMS
H.264 / H.265 record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843593" y="7269956"/>
            <a:ext cx="1120521" cy="44253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MU line
SV 9-2LE + GOOSE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0126420" y="7269956"/>
            <a:ext cx="730853" cy="44253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MU xfmr
HV + LV SV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092547" y="7269956"/>
            <a:ext cx="588835" cy="44253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MU bus
3φ V SV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19579" y="7269956"/>
            <a:ext cx="794956" cy="44253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MU feeder
SV + GOOSE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9333940" y="11223307"/>
            <a:ext cx="1012317" cy="44253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PIU line
CB/DS/ES + trip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0508563" y="11223307"/>
            <a:ext cx="935069" cy="44253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PIU xfmr
OLTC · cooling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1605938" y="11311794"/>
            <a:ext cx="736092" cy="265557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PIU feeder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544550" y="8656510"/>
            <a:ext cx="1652206" cy="796575"/>
          </a:xfrm>
          <a:prstGeom prst="rect">
            <a:avLst/>
          </a:prstGeom>
          <a:solidFill>
            <a:srgbClr val="F3E8FF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Process bus  ·  L2 multicast Ethernet · PRP / HSR  ·  SV (9-2 LE) + GOOSE + PTP (9-3)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623071" y="10205466"/>
            <a:ext cx="853154" cy="442531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21
line distance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2638532" y="10205466"/>
            <a:ext cx="645795" cy="442531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87T
xfmr diff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446633" y="10205466"/>
            <a:ext cx="750855" cy="442531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87B
busbar diff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4359699" y="10205466"/>
            <a:ext cx="747426" cy="442531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50/51/51N
OC / EF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5269527" y="10205466"/>
            <a:ext cx="1119663" cy="442531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Bay controller
interlocking · SOE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3339381" y="11134820"/>
            <a:ext cx="1652206" cy="619601"/>
          </a:xfrm>
          <a:prstGeom prst="rect">
            <a:avLst/>
          </a:prstGeom>
          <a:solidFill>
            <a:srgbClr val="F3E8FF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Station bus  ·  Ethernet (PRP)  ·  IEC 61850-8-1 MMS + GOOSE  ·  PTP (9-3)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506789" y="12152661"/>
            <a:ext cx="780192" cy="265557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Station HMI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449288" y="12064174"/>
            <a:ext cx="772191" cy="442531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Station ctrl
logic / seq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383786" y="12064174"/>
            <a:ext cx="1229106" cy="442531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SCADA gateway
DNP3 / 60870-5-104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795926" y="12064174"/>
            <a:ext cx="986980" cy="442531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Engineering WS
SCL · CID · IID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442561" y="7181373"/>
            <a:ext cx="1072705" cy="619601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PTP grandmaster
GPS-disciplined
1588v2 / 9-3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307455" y="12064174"/>
            <a:ext cx="1326165" cy="442531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Remote-access router
corp WAN · jump</a:t>
            </a:r>
          </a:p>
        </p:txBody>
      </p:sp>
      <p:sp>
        <p:nvSpPr>
          <p:cNvPr id="142" name="Freeform 141"/>
          <p:cNvSpPr/>
          <p:nvPr/>
        </p:nvSpPr>
        <p:spPr>
          <a:xfrm>
            <a:off x="31614999" y="13096779"/>
            <a:ext cx="1557337" cy="575310"/>
          </a:xfrm>
          <a:custGeom>
            <a:avLst/>
            <a:gdLst/>
            <a:ahLst/>
            <a:cxnLst/>
            <a:rect l="l" t="t" r="r" b="b"/>
            <a:pathLst>
              <a:path w="1557337" h="575310">
                <a:moveTo>
                  <a:pt x="0" y="575310"/>
                </a:moveTo>
                <a:lnTo>
                  <a:pt x="1269697" y="575310"/>
                </a:lnTo>
                <a:lnTo>
                  <a:pt x="1557337" y="0"/>
                </a:lnTo>
                <a:lnTo>
                  <a:pt x="287640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"SPAN / mirror
(process bus)
→ 16b · tap_pbus"</a:t>
            </a:r>
          </a:p>
        </p:txBody>
      </p:sp>
      <p:sp>
        <p:nvSpPr>
          <p:cNvPr id="143" name="Freeform 142"/>
          <p:cNvSpPr/>
          <p:nvPr/>
        </p:nvSpPr>
        <p:spPr>
          <a:xfrm>
            <a:off x="8184927" y="13096779"/>
            <a:ext cx="1539336" cy="575310"/>
          </a:xfrm>
          <a:custGeom>
            <a:avLst/>
            <a:gdLst/>
            <a:ahLst/>
            <a:cxnLst/>
            <a:rect l="l" t="t" r="r" b="b"/>
            <a:pathLst>
              <a:path w="1539336" h="575310">
                <a:moveTo>
                  <a:pt x="0" y="575310"/>
                </a:moveTo>
                <a:lnTo>
                  <a:pt x="1251634" y="575310"/>
                </a:lnTo>
                <a:lnTo>
                  <a:pt x="1539336" y="0"/>
                </a:lnTo>
                <a:lnTo>
                  <a:pt x="287702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"SPAN / mirror
(station bus)
→ 16b · tap_sbus"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43948445" y="12919710"/>
            <a:ext cx="2448782" cy="929354"/>
          </a:xfrm>
          <a:custGeom>
            <a:avLst/>
            <a:gdLst/>
            <a:ahLst/>
            <a:cxnLst/>
            <a:rect l="l" t="t" r="r" b="b"/>
            <a:pathLst>
              <a:path w="2448782" h="929354">
                <a:moveTo>
                  <a:pt x="0" y="929354"/>
                </a:moveTo>
                <a:lnTo>
                  <a:pt x="1984003" y="929354"/>
                </a:lnTo>
                <a:lnTo>
                  <a:pt x="2448782" y="0"/>
                </a:lnTo>
                <a:lnTo>
                  <a:pt x="464779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"Asset-condition feeds
RS-485 · 4-20 mA+HART · Modbus TCP ·
DNP3 · 61850 MMS · SNMP
→ 16b · acm_in"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22151721" y="12919710"/>
            <a:ext cx="2448782" cy="929354"/>
          </a:xfrm>
          <a:custGeom>
            <a:avLst/>
            <a:gdLst/>
            <a:ahLst/>
            <a:cxnLst/>
            <a:rect l="l" t="t" r="r" b="b"/>
            <a:pathLst>
              <a:path w="2448782" h="929354">
                <a:moveTo>
                  <a:pt x="0" y="929354"/>
                </a:moveTo>
                <a:lnTo>
                  <a:pt x="1984003" y="929354"/>
                </a:lnTo>
                <a:lnTo>
                  <a:pt x="2448782" y="0"/>
                </a:lnTo>
                <a:lnTo>
                  <a:pt x="464778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"Physical-security feeds
RTSP/ONVIF · OSDP ·
BACnet MS/TP · dry contacts · NVR API
→ 16b · sec_in"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3373469" y="13096779"/>
            <a:ext cx="1834039" cy="575310"/>
          </a:xfrm>
          <a:custGeom>
            <a:avLst/>
            <a:gdLst/>
            <a:ahLst/>
            <a:cxnLst/>
            <a:rect l="l" t="t" r="r" b="b"/>
            <a:pathLst>
              <a:path w="1834039" h="575310">
                <a:moveTo>
                  <a:pt x="0" y="575310"/>
                </a:moveTo>
                <a:lnTo>
                  <a:pt x="1546461" y="575310"/>
                </a:lnTo>
                <a:lnTo>
                  <a:pt x="1834039" y="0"/>
                </a:lnTo>
                <a:lnTo>
                  <a:pt x="287577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"SCADA upstream
DNP3 / 60870-5-104
→ 16b · control centre"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5369718" y="13096779"/>
            <a:ext cx="1785938" cy="575310"/>
          </a:xfrm>
          <a:custGeom>
            <a:avLst/>
            <a:gdLst/>
            <a:ahLst/>
            <a:cxnLst/>
            <a:rect l="l" t="t" r="r" b="b"/>
            <a:pathLst>
              <a:path w="1785938" h="575310">
                <a:moveTo>
                  <a:pt x="0" y="575310"/>
                </a:moveTo>
                <a:lnTo>
                  <a:pt x="1498223" y="575310"/>
                </a:lnTo>
                <a:lnTo>
                  <a:pt x="1785938" y="0"/>
                </a:lnTo>
                <a:lnTo>
                  <a:pt x="287715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"Remote-access
corp WAN / jump host
→ 16b · remote SME"</a:t>
            </a:r>
          </a:p>
        </p:txBody>
      </p:sp>
      <p:sp>
        <p:nvSpPr>
          <p:cNvPr id="148" name="Freeform 147"/>
          <p:cNvSpPr/>
          <p:nvPr/>
        </p:nvSpPr>
        <p:spPr>
          <a:xfrm>
            <a:off x="909828" y="13096779"/>
            <a:ext cx="2023776" cy="575310"/>
          </a:xfrm>
          <a:custGeom>
            <a:avLst/>
            <a:gdLst/>
            <a:ahLst/>
            <a:cxnLst/>
            <a:rect l="l" t="t" r="r" b="b"/>
            <a:pathLst>
              <a:path w="2023776" h="575310">
                <a:moveTo>
                  <a:pt x="0" y="575310"/>
                </a:moveTo>
                <a:lnTo>
                  <a:pt x="1736198" y="575310"/>
                </a:lnTo>
                <a:lnTo>
                  <a:pt x="2023776" y="0"/>
                </a:lnTo>
                <a:lnTo>
                  <a:pt x="287578" y="0"/>
                </a:lnTo>
                <a:close/>
              </a:path>
            </a:pathLst>
          </a:custGeom>
          <a:solidFill>
            <a:srgbClr val="FEF3C7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"PTP master · 1588v2
→ 16b · signal-plane clock
(origin_ns ingest)"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1567564" y="14158817"/>
            <a:ext cx="1652206" cy="2035683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The signal-tier appliance (16b) is a &lt;b&gt;passive listener&lt;/b&gt;.
It receives SPAN/mirror copies of the buses, slow-telemetry
from the sensor aggregators, and read-only context from SCADA;
it never publishes GOOSE, never commands MMS, never trips a CB.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092660" y="8391048"/>
            <a:ext cx="1652206" cy="1327594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One time domain.
The substation PTP grandmaster disciplines both buses AND
the appliance's signal-plane clock (16b · origin_ns at ingest).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